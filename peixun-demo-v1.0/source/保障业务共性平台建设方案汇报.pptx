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13"/>
  </p:handoutMasterIdLst>
  <p:sldIdLst>
    <p:sldId id="256" r:id="rId9"/>
    <p:sldId id="257" r:id="rId10"/>
    <p:sldId id="258" r:id="rId11"/>
    <p:sldId id="259" r:id="rId12"/>
    <p:sldId id="260" r:id="rId8"/>
    <p:sldId id="261" r:id="rId7"/>
    <p:sldId id="262" r:id="rId6"/>
    <p:sldId id="263" r:id="rId5"/>
    <p:sldId id="264" r:id="rId3"/>
    <p:sldId id="265" r:id="rId18"/>
    <p:sldId id="266" r:id="rId19"/>
    <p:sldId id="267" r:id="rId20"/>
    <p:sldId id="268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1" userDrawn="1">
          <p15:clr>
            <a:srgbClr val="A4A3A4"/>
          </p15:clr>
        </p15:guide>
        <p15:guide id="2" pos="382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毛瑀佳" initials="毛瑀佳" lastIdx="0" clrIdx="0"/>
  <p:cmAuthor id="2" name="Li Dora" initials="LD" lastIdx="0" clrIdx="1"/>
  <p:cmAuthor id="3" name="MA15" initials="" lastIdx="0" clrIdx="2"/>
  <p:cmAuthor id="4" name="Mia Vida Villanueva" initials="MVV" lastIdx="0" clrIdx="3"/>
  <p:cmAuthor id="5" name="未知用户53" initials="" lastIdx="0" clrIdx="4"/>
  <p:cmAuthor id="6" name="tangw1106@outlook.com" initials="t" lastIdx="0" clrIdx="5"/>
  <p:cmAuthor id="7" name="未知用户96" initials="" lastIdx="0" clrIdx="6"/>
  <p:cmAuthor id="8" name="未知用户90" initials="" lastIdx="0" clrIdx="7"/>
  <p:cmAuthor id="9" name="未知用户48" initials="" lastIdx="0" clrIdx="8"/>
  <p:cmAuthor id="10" name="Administrator" initials="A" lastIdx="0" clrIdx="9"/>
  <p:cmAuthor id="11" name="未知用户97" initials="" lastIdx="0" clrIdx="10"/>
  <p:cmAuthor id="12" name="未知用户91" initials="" lastIdx="0" clrIdx="11"/>
  <p:cmAuthor id="13" name="未知用户40" initials="" lastIdx="0" clrIdx="12"/>
  <p:cmAuthor id="14" name="liyq" initials="l" lastIdx="0" clrIdx="13"/>
  <p:cmAuthor id="15" name="未知用户43" initials="" lastIdx="0" clrIdx="14"/>
  <p:cmAuthor id="16" name="未知用户92" initials="" lastIdx="0" clrIdx="15"/>
  <p:cmAuthor id="17" name="未知用户100" initials="" lastIdx="0" clrIdx="16"/>
  <p:cmAuthor id="18" name="chen pan" initials="cp" lastIdx="0" clrIdx="17"/>
  <p:cmAuthor id="19" name="未知用户101" initials="" lastIdx="0" clrIdx="18"/>
  <p:cmAuthor id="20" name="未知用户74" initials="" lastIdx="0" clrIdx="19"/>
  <p:cmAuthor id="21" name="未知用户26" initials="" lastIdx="0" clrIdx="20"/>
  <p:cmAuthor id="22" name="feng jingxuan" initials="fj" lastIdx="0" clrIdx="21"/>
  <p:cmAuthor id="23" name="未知用户29" initials="" lastIdx="0" clrIdx="22"/>
  <p:cmAuthor id="24" name="未知用户75" initials="" lastIdx="0" clrIdx="23"/>
  <p:cmAuthor id="25" name="未知用户32" initials="" lastIdx="0" clrIdx="24"/>
  <p:cmAuthor id="26" name="64842" initials="6" lastIdx="0" clrIdx="25"/>
  <p:cmAuthor id="27" name="未知用户33" initials="" lastIdx="0" clrIdx="26"/>
  <p:cmAuthor id="28" name="未知用户76" initials="" lastIdx="0" clrIdx="27"/>
  <p:cmAuthor id="29" name="未知用户34" initials="" lastIdx="0" clrIdx="28"/>
  <p:cmAuthor id="30" name="作者" initials="A" lastIdx="0" clrIdx="29"/>
  <p:cmAuthor id="31" name="未知用户42" initials="" lastIdx="0" clrIdx="30"/>
  <p:cmAuthor id="32" name="未知用户77" initials="" lastIdx="0" clrIdx="31"/>
  <p:cmAuthor id="33" name="未知的使用者109" initials="" lastIdx="0" clrIdx="32"/>
  <p:cmAuthor id="34" name="覃善萍" initials="覃" lastIdx="0" clrIdx="33"/>
  <p:cmAuthor id="35" name="未知的使用者122" initials="" lastIdx="0" clrIdx="34"/>
  <p:cmAuthor id="36" name="未知用户78" initials="" lastIdx="0" clrIdx="35"/>
  <p:cmAuthor id="37" name="未知的使用者123" initials="" lastIdx="0" clrIdx="36"/>
  <p:cmAuthor id="38" name="wl" initials="w" lastIdx="0" clrIdx="37"/>
  <p:cmAuthor id="39" name="jxn -" initials="j" lastIdx="0" clrIdx="38"/>
  <p:cmAuthor id="40" name="未知用户79" initials="" lastIdx="0" clrIdx="39"/>
  <p:cmAuthor id="41" name="hua huang" initials="hh" lastIdx="0" clrIdx="40"/>
  <p:cmAuthor id="42" name="siat" initials="s" lastIdx="0" clrIdx="41"/>
  <p:cmAuthor id="43" name="Ragnar" initials="R" lastIdx="0" clrIdx="42"/>
  <p:cmAuthor id="44" name="未知用户80" initials="" lastIdx="0" clrIdx="43"/>
  <p:cmAuthor id="45" name="Joy Huang" initials="JH" lastIdx="0" clrIdx="44"/>
  <p:cmAuthor id="46" name="dell" initials="d" lastIdx="0" clrIdx="45"/>
  <p:cmAuthor id="47" name="lizeyu" initials="l" lastIdx="0" clrIdx="46"/>
  <p:cmAuthor id="48" name="Harry xu" initials="" lastIdx="0" clrIdx="47"/>
  <p:cmAuthor id="49" name="zhangyi (FO)" initials="z(" lastIdx="0" clrIdx="48"/>
  <p:cmAuthor id="50" name="admin" initials="a" lastIdx="0" clrIdx="49"/>
  <p:cmAuthor id="51" name="Think" initials="T" lastIdx="0" clrIdx="50"/>
  <p:cmAuthor id="52" name="Chris Kun Yu Lin" initials="C" lastIdx="0" clrIdx="51"/>
  <p:cmAuthor id="53" name="xufeng" initials="x" lastIdx="0" clrIdx="52"/>
  <p:cmAuthor id="54" name="未知用户35" initials="未" lastIdx="0" clrIdx="53"/>
  <p:cmAuthor id="55" name="AutoBVT" initials="A" lastIdx="0" clrIdx="54"/>
  <p:cmAuthor id="56" name="WL" initials="WL" lastIdx="0" clrIdx="55"/>
  <p:cmAuthor id="57" name="WPS_1679281038" initials="W" lastIdx="0" clrIdx="56"/>
  <p:cmAuthor id="58" name="未知用户111" initials="未" lastIdx="0" clrIdx="57"/>
  <p:cmAuthor id="59" name="贺延江" initials="贺" lastIdx="0" clrIdx="58"/>
  <p:cmAuthor id="60" name="张志海" initials="张" lastIdx="0" clrIdx="59"/>
  <p:cmAuthor id="61" name="周旭东" initials="周" lastIdx="0" clrIdx="60"/>
  <p:cmAuthor id="62" name="NTKO" initials="N" lastIdx="0" clrIdx="61"/>
  <p:cmAuthor id="63" name="Lee 13" initials="L1" lastIdx="0" clrIdx="62"/>
  <p:cmAuthor id="64" name="U" initials="U" lastIdx="0" clrIdx="63"/>
  <p:cmAuthor id="65" name="曾思祖" initials="J" lastIdx="0" clrIdx="64"/>
  <p:cmAuthor id="66" name="hyk" initials="h" lastIdx="0" clrIdx="65"/>
  <p:cmAuthor id="67" name="张捷" initials="张" lastIdx="0" clrIdx="66"/>
  <p:cmAuthor id="68" name="李晓波" initials="u" lastIdx="0" clrIdx="67"/>
  <p:cmAuthor id="69" name="wangsiqi" initials="w" lastIdx="0" clrIdx="68"/>
  <p:cmAuthor id="70" name="wangningyu" initials="w" lastIdx="0" clrIdx="69"/>
  <p:cmAuthor id="71" name="miken" initials="m" lastIdx="0" clrIdx="70"/>
  <p:cmAuthor id="72" name="陈睿彦" initials="陈" lastIdx="0" clrIdx="71"/>
  <p:cmAuthor id="73" name="唐存艳" initials="唐" lastIdx="0" clrIdx="72"/>
  <p:cmAuthor id="74" name="周凌子" initials="周" lastIdx="0" clrIdx="73"/>
  <p:cmAuthor id="75" name="邓彤倩" initials="邓" lastIdx="0" clrIdx="74"/>
  <p:cmAuthor id="76" name="l" initials="l" lastIdx="0" clrIdx="75"/>
  <p:cmAuthor id="77" name="10270945" initials="1" lastIdx="0" clrIdx="76"/>
  <p:cmAuthor id="78" name="廖旭辉" initials="廖" lastIdx="0" clrIdx="77"/>
  <p:cmAuthor id="79" name="176528969@qq.com" initials="1" lastIdx="0" clrIdx="78"/>
  <p:cmAuthor id="80" name="Roy" initials="R" lastIdx="0" clrIdx="79"/>
  <p:cmAuthor id="81" name="黎静媚" initials="黎" lastIdx="0" clrIdx="80"/>
  <p:cmAuthor id="82" name="YinFeng" initials="Y" lastIdx="0" clrIdx="81"/>
  <p:cmAuthor id="83" name="HCP" initials="H" lastIdx="0" clrIdx="82"/>
  <p:cmAuthor id="84" name="李楠10047711" initials="李楠10047711" lastIdx="0" clrIdx="83"/>
  <p:cmAuthor id="85" name="szunicom" initials="s" lastIdx="0" clrIdx="84"/>
  <p:cmAuthor id="86" name="chenyuan" initials="c" lastIdx="0" clrIdx="85"/>
  <p:cmAuthor id="87" name="MLOONG" initials="M" lastIdx="0" clrIdx="86"/>
  <p:cmAuthor id="88" name="赵 wei" initials="赵" lastIdx="0" clrIdx="87"/>
  <p:cmAuthor id="89" name="曾素灵" initials="曾" lastIdx="0" clrIdx="88"/>
  <p:cmAuthor id="90" name="YD102@cloudbutterfly.com.cn" initials="Y" lastIdx="0" clrIdx="89"/>
  <p:cmAuthor id="91" name="黄筱雅" initials="黄" lastIdx="0" clrIdx="90"/>
  <p:cmAuthor id="92" name="cheng hj" initials="ch" lastIdx="0" clrIdx="91"/>
  <p:cmAuthor id="93" name="58203" initials="5" lastIdx="0" clrIdx="92"/>
  <p:cmAuthor id="94" name="黄晓平" initials="黄" lastIdx="0" clrIdx="93"/>
  <p:cmAuthor id="95" name="徐琳00159163" initials="徐琳00159163" lastIdx="0" clrIdx="94"/>
  <p:cmAuthor id="96" name="小延魔法师" initials="小" lastIdx="0" clrIdx="95"/>
  <p:cmAuthor id="97" name="zxq_1" initials="z" lastIdx="0" clrIdx="96"/>
  <p:cmAuthor id="98" name="YANG W" initials="YW" lastIdx="0" clrIdx="97"/>
  <p:cmAuthor id="99" name="徐孟江_MbuiiUbI" initials="authorId_273709786" lastIdx="0" clrIdx="98"/>
  <p:cmAuthor id="100" name="zhang shaohui" initials="zs" lastIdx="0" clrIdx="99"/>
  <p:cmAuthor id="101" name="NAN" initials="N" lastIdx="0" clrIdx="100"/>
  <p:cmAuthor id="102" name="HUAWEI" initials="H" lastIdx="0" clrIdx="101"/>
  <p:cmAuthor id="103" name="王竑达" initials="王竑达" lastIdx="0" clrIdx="102"/>
  <p:cmAuthor id="104" name="unicom" initials="" lastIdx="0" clrIdx="103"/>
  <p:cmAuthor id="105" name="范 斌" initials="范" lastIdx="0" clrIdx="104"/>
  <p:cmAuthor id="106" name="席琛" initials="" lastIdx="0" clrIdx="105"/>
  <p:cmAuthor id="107" name="毕邺" initials="党委办公室" lastIdx="0" clrIdx="106"/>
  <p:cmAuthor id="108" name="王嗣淇" initials="王" lastIdx="0" clrIdx="107"/>
  <p:cmAuthor id="109" name="XYY" initials="X" lastIdx="0" clrIdx="108"/>
  <p:cmAuthor id="110" name="沈霄雷" initials="沈" lastIdx="0" clrIdx="109"/>
  <p:cmAuthor id="111" name="阿斯顿 刘" initials="阿斯顿" lastIdx="0" clrIdx="110"/>
  <p:cmAuthor id="112" name="殷格非" initials="殷" lastIdx="0" clrIdx="111"/>
  <p:cmAuthor id="113" name="z r" initials="zr" lastIdx="0" clrIdx="112"/>
  <p:cmAuthor id="114" name="li hui" initials="lh" lastIdx="0" clrIdx="113"/>
  <p:cmAuthor id="115" name="施普希（菜菜）" initials="施" lastIdx="0" clrIdx="114"/>
  <p:cmAuthor id="116" name="yu 1" initials="y1" lastIdx="0" clrIdx="115"/>
  <p:cmAuthor id="117" name="李 嘉" initials="李" lastIdx="0" clrIdx="116"/>
  <p:cmAuthor id="118" name="未知用户1" initials="未知用户1" lastIdx="0" clrIdx="117"/>
  <p:cmAuthor id="119" name="添添" initials="添添" lastIdx="0" clrIdx="118"/>
  <p:cmAuthor id="120" name="刘 素陌" initials="刘" lastIdx="0" clrIdx="119"/>
  <p:cmAuthor id="121" name="梁亚栋" initials="authorId_233440905" lastIdx="0" clrIdx="120"/>
  <p:cmAuthor id="122" name="潘 晨" initials="潘" lastIdx="0" clrIdx="121"/>
  <p:cmAuthor id="123" name="song manyi" initials="sm" lastIdx="0" clrIdx="122"/>
  <p:cmAuthor id="124" name="xingwei hou" initials="xh" lastIdx="0" clrIdx="123"/>
  <p:cmAuthor id="125" name="刘春杰10244342" initials="刘春杰10244342" lastIdx="0" clrIdx="124"/>
  <p:cmAuthor id="126" name="admin26" initials="a" lastIdx="0" clrIdx="125"/>
  <p:cmAuthor id="127" name="evawang" initials="e" lastIdx="0" clrIdx="126"/>
  <p:cmAuthor id="128" name="张博文" initials="CP" lastIdx="0" clrIdx="127"/>
  <p:cmAuthor id="129" name="Sean XA Shi (CN - ADVS)" initials="SXS(A" lastIdx="0" clrIdx="128"/>
  <p:cmAuthor id="130" name="郭 浩" initials="郭" lastIdx="0" clrIdx="129"/>
  <p:cmAuthor id="131" name="du liang" initials="dl" lastIdx="0" clrIdx="130"/>
  <p:cmAuthor id="132" name="Mary Feil-Jacobs" initials="" lastIdx="0" clrIdx="131"/>
  <p:cmAuthor id="133" name="LiuHui" initials="" lastIdx="0" clrIdx="132"/>
  <p:cmAuthor id="134" name="未知的使用者45" initials="" lastIdx="0" clrIdx="133"/>
  <p:cmAuthor id="135" name="王鹏凯" initials="" lastIdx="0" clrIdx="134"/>
  <p:cmAuthor id="136" name="未知用户104" initials="" lastIdx="0" clrIdx="135"/>
  <p:cmAuthor id="137" name="未知用户5" initials="" lastIdx="0" clrIdx="136"/>
  <p:cmAuthor id="138" name="未知的使用者10" initials="" lastIdx="0" clrIdx="137"/>
  <p:cmAuthor id="139" name="未知的使用者93" initials="" lastIdx="0" clrIdx="138"/>
  <p:cmAuthor id="140" name="LeeElva" initials="" lastIdx="0" clrIdx="139"/>
  <p:cmAuthor id="141" name="未知用户99" initials="" lastIdx="0" clrIdx="140"/>
  <p:cmAuthor id="142" name="未知的使用者34" initials="" lastIdx="0" clrIdx="141"/>
  <p:cmAuthor id="143" name="未知的使用者115" initials="" lastIdx="0" clrIdx="142"/>
  <p:cmAuthor id="144" name="未知用户57" initials="" lastIdx="0" clrIdx="143"/>
  <p:cmAuthor id="145" name="lianghb" initials="" lastIdx="0" clrIdx="144"/>
  <p:cmAuthor id="146" name="未知用户17" initials="" lastIdx="0" clrIdx="145"/>
  <p:cmAuthor id="147" name="Deanna Schuler (Bookey Consulting)" initials="" lastIdx="0" clrIdx="146"/>
  <p:cmAuthor id="148" name="未知的使用者57" initials="" lastIdx="0" clrIdx="147"/>
  <p:cmAuthor id="149" name="未知的使用者16" initials="" lastIdx="0" clrIdx="148"/>
  <p:cmAuthor id="150" name="未知的使用者35" initials="" lastIdx="0" clrIdx="149"/>
  <p:cmAuthor id="151" name="未知用户102" initials="" lastIdx="0" clrIdx="150"/>
  <p:cmAuthor id="152" name="maxine" initials="" lastIdx="0" clrIdx="151"/>
  <p:cmAuthor id="153" name="未知的使用者121" initials="" lastIdx="0" clrIdx="152"/>
  <p:cmAuthor id="154" name="未知的使用者12" initials="" lastIdx="0" clrIdx="153"/>
  <p:cmAuthor id="155" name="周元元" initials="" lastIdx="0" clrIdx="154"/>
  <p:cmAuthor id="156" name="未知的使用者27" initials="" lastIdx="0" clrIdx="155"/>
  <p:cmAuthor id="157" name="未知的使用者30" initials="" lastIdx="0" clrIdx="156"/>
  <p:cmAuthor id="158" name="未知的使用者53" initials="" lastIdx="0" clrIdx="157"/>
  <p:cmAuthor id="159" name="未知用户58" initials="" lastIdx="0" clrIdx="158"/>
  <p:cmAuthor id="160" name="未知的使用者25" initials="" lastIdx="0" clrIdx="159"/>
  <p:cmAuthor id="161" name="liupeng" initials="" lastIdx="0" clrIdx="160"/>
  <p:cmAuthor id="162" name="未知用户24" initials="" lastIdx="0" clrIdx="161"/>
  <p:cmAuthor id="163" name="AbuSina" initials="" lastIdx="0" clrIdx="162"/>
  <p:cmAuthor id="164" name="hl sun" initials="" lastIdx="0" clrIdx="163"/>
  <p:cmAuthor id="165" name="未知的使用者94" initials="" lastIdx="0" clrIdx="164"/>
  <p:cmAuthor id="166" name="未知用户66" initials="" lastIdx="0" clrIdx="165"/>
  <p:cmAuthor id="167" name="未知用户19" initials="" lastIdx="0" clrIdx="166"/>
  <p:cmAuthor id="168" name="周宏達JerryChou" initials="" lastIdx="0" clrIdx="167"/>
  <p:cmAuthor id="169" name="未知用户7" initials="" lastIdx="0" clrIdx="168"/>
  <p:cmAuthor id="170" name="未知的使用者56" initials="" lastIdx="0" clrIdx="169"/>
  <p:cmAuthor id="171" name="未知的使用者119" initials="" lastIdx="0" clrIdx="170"/>
  <p:cmAuthor id="172" name="未知用户59" initials="" lastIdx="0" clrIdx="171"/>
  <p:cmAuthor id="173" name="未知的使用者22" initials="" lastIdx="0" clrIdx="172"/>
  <p:cmAuthor id="174" name="未知的使用者103" initials="" lastIdx="0" clrIdx="173"/>
  <p:cmAuthor id="175" name="Wenwen" initials="" lastIdx="0" clrIdx="174"/>
  <p:cmAuthor id="176" name="未知的使用者117" initials="" lastIdx="0" clrIdx="175"/>
  <p:cmAuthor id="177" name="未知的使用者33" initials="" lastIdx="0" clrIdx="176"/>
  <p:cmAuthor id="178" name="未知的使用者28" initials="" lastIdx="0" clrIdx="177"/>
  <p:cmAuthor id="179" name="未知用户67" initials="" lastIdx="0" clrIdx="178"/>
  <p:cmAuthor id="180" name="未知用户114" initials="" lastIdx="0" clrIdx="179"/>
  <p:cmAuthor id="181" name="未知用户18" initials="" lastIdx="0" clrIdx="180"/>
  <p:cmAuthor id="182" name="未知的使用者67" initials="" lastIdx="0" clrIdx="181"/>
  <p:cmAuthor id="183" name="未知的使用者46" initials="" lastIdx="0" clrIdx="182"/>
  <p:cmAuthor id="184" name="未知的使用者26" initials="" lastIdx="0" clrIdx="183"/>
  <p:cmAuthor id="185" name="未知的使用者43" initials="" lastIdx="0" clrIdx="184"/>
  <p:cmAuthor id="186" name="未知的使用者9" initials="" lastIdx="0" clrIdx="185"/>
  <p:cmAuthor id="187" name="未知用户62" initials="" lastIdx="0" clrIdx="186"/>
  <p:cmAuthor id="188" name="yuanzh" initials="" lastIdx="0" clrIdx="187"/>
  <p:cmAuthor id="189" name="不明使用者57" initials="" lastIdx="0" clrIdx="188"/>
  <p:cmAuthor id="190" name="未知用户108" initials="" lastIdx="0" clrIdx="189"/>
  <p:cmAuthor id="191" name="未知的使用者110" initials="" lastIdx="0" clrIdx="190"/>
  <p:cmAuthor id="192" name="linyd" initials="" lastIdx="0" clrIdx="191"/>
  <p:cmAuthor id="193" name="未知用户8" initials="" lastIdx="0" clrIdx="192"/>
  <p:cmAuthor id="194" name="未知的使用者31" initials="" lastIdx="0" clrIdx="193"/>
  <p:cmAuthor id="195" name="未知用户81" initials="" lastIdx="0" clrIdx="194"/>
  <p:cmAuthor id="196" name="未知用户115" initials="" lastIdx="0" clrIdx="195"/>
  <p:cmAuthor id="197" name="未知用户21" initials="" lastIdx="0" clrIdx="196"/>
  <p:cmAuthor id="198" name="未知的使用者68" initials="" lastIdx="0" clrIdx="197"/>
  <p:cmAuthor id="199" name="mm" initials="" lastIdx="0" clrIdx="198"/>
  <p:cmAuthor id="200" name="未知用户15" initials="" lastIdx="0" clrIdx="199"/>
  <p:cmAuthor id="201" name="朱晓瑜" initials="" lastIdx="0" clrIdx="200"/>
  <p:cmAuthor id="202" name="不明使用者20" initials="" lastIdx="0" clrIdx="201"/>
  <p:cmAuthor id="203" name="吴天准_uueavuQB" initials="authorId_39065877" lastIdx="0" clrIdx="202"/>
  <p:cmAuthor id="204" name="未知用户82" initials="" lastIdx="0" clrIdx="203"/>
  <p:cmAuthor id="205" name="Meifang Fu" initials="MF" lastIdx="0" clrIdx="204"/>
  <p:cmAuthor id="206" name="未知的使用者7" initials="" lastIdx="0" clrIdx="205"/>
  <p:cmAuthor id="207" name="未知用户6" initials="" lastIdx="0" clrIdx="206"/>
  <p:cmAuthor id="208" name="梁鹏" initials="u" lastIdx="0" clrIdx="207"/>
  <p:cmAuthor id="209" name="未知的使用者55" initials="" lastIdx="0" clrIdx="208"/>
  <p:cmAuthor id="210" name="未知的使用者111" initials="" lastIdx="0" clrIdx="209"/>
  <p:cmAuthor id="211" name="未知的使用者50" initials="" lastIdx="0" clrIdx="210"/>
  <p:cmAuthor id="212" name="未知的使用者11" initials="" lastIdx="0" clrIdx="211"/>
  <p:cmAuthor id="213" name="未知用户47" initials="" lastIdx="0" clrIdx="212"/>
  <p:cmAuthor id="214" name="未知用户106" initials="未" lastIdx="0" clrIdx="213"/>
  <p:cmAuthor id="215" name="未知用户116" initials="" lastIdx="0" clrIdx="214"/>
  <p:cmAuthor id="216" name="未知的使用者150" initials="未" lastIdx="0" clrIdx="215"/>
  <p:cmAuthor id="217" name="vickey" initials="v" lastIdx="0" clrIdx="216"/>
  <p:cmAuthor id="218" name="未知的使用者69" initials="" lastIdx="0" clrIdx="217"/>
  <p:cmAuthor id="219" name="陈文华" initials="u" lastIdx="0" clrIdx="218"/>
  <p:cmAuthor id="220" name="未知的使用者112" initials="" lastIdx="0" clrIdx="219"/>
  <p:cmAuthor id="221" name="ZhengShilei" initials="Z" lastIdx="0" clrIdx="220"/>
  <p:cmAuthor id="222" name="Kevin Hu" initials="" lastIdx="0" clrIdx="221"/>
  <p:cmAuthor id="223" name="未知的使用者38" initials="" lastIdx="0" clrIdx="222"/>
  <p:cmAuthor id="224" name="唐可欣" initials="" lastIdx="0" clrIdx="223"/>
  <p:cmAuthor id="225" name="未知的使用者8" initials="" lastIdx="0" clrIdx="224"/>
  <p:cmAuthor id="226" name="不明使用者56" initials="" lastIdx="0" clrIdx="225"/>
  <p:cmAuthor id="227" name="P00035_jeremy" initials="" lastIdx="0" clrIdx="226"/>
  <p:cmAuthor id="228" name="Unknown User7" initials="" lastIdx="0" clrIdx="227"/>
  <p:cmAuthor id="229" name="muzi wei" initials="" lastIdx="0" clrIdx="228"/>
  <p:cmAuthor id="230" name="曾蓓/贝贝" initials="曾" lastIdx="0" clrIdx="229"/>
  <p:cmAuthor id="231" name="未知的使用者41" initials="" lastIdx="0" clrIdx="230"/>
  <p:cmAuthor id="232" name="未知的使用者13" initials="" lastIdx="0" clrIdx="231"/>
  <p:cmAuthor id="233" name="djj" initials="" lastIdx="0" clrIdx="232"/>
  <p:cmAuthor id="234" name="未知用户117" initials="" lastIdx="0" clrIdx="233"/>
  <p:cmAuthor id="235" name="未知用户13" initials="" lastIdx="0" clrIdx="234"/>
  <p:cmAuthor id="236" name="不明使用者21" initials="" lastIdx="0" clrIdx="235"/>
  <p:cmAuthor id="237" name="YUMINGNJ" initials="" lastIdx="0" clrIdx="236"/>
  <p:cmAuthor id="238" name="未知的使用者52" initials="" lastIdx="0" clrIdx="237"/>
  <p:cmAuthor id="239" name="未知用户109" initials="" lastIdx="0" clrIdx="238"/>
  <p:cmAuthor id="240" name="Unknown User117" initials="U" lastIdx="0" clrIdx="239"/>
  <p:cmAuthor id="241" name="thomas" initials="" lastIdx="0" clrIdx="240"/>
  <p:cmAuthor id="242" name="未知的使用者3" initials="" lastIdx="0" clrIdx="241"/>
  <p:cmAuthor id="243" name="未知用户14" initials="" lastIdx="0" clrIdx="242"/>
  <p:cmAuthor id="244" name="Unknown User65" initials="U" lastIdx="0" clrIdx="243"/>
  <p:cmAuthor id="245" name="未知用户98" initials="" lastIdx="0" clrIdx="244"/>
  <p:cmAuthor id="246" name="Unknown User11" initials="U" lastIdx="0" clrIdx="245"/>
  <p:cmAuthor id="247" name="未知用户83" initials="" lastIdx="0" clrIdx="246"/>
  <p:cmAuthor id="248" name="未知用户61" initials="" lastIdx="0" clrIdx="247"/>
  <p:cmAuthor id="249" name="張秀娟" initials="" lastIdx="0" clrIdx="248"/>
  <p:cmAuthor id="250" name="Jason Wang" initials="" lastIdx="0" clrIdx="249"/>
  <p:cmAuthor id="251" name="不明使用者18" initials="" lastIdx="0" clrIdx="250"/>
  <p:cmAuthor id="252" name="未知用户28" initials="未" lastIdx="0" clrIdx="251"/>
  <p:cmAuthor id="253" name="未知的使用者72" initials="" lastIdx="0" clrIdx="252"/>
  <p:cmAuthor id="254" name="未知的使用者48" initials="" lastIdx="0" clrIdx="253"/>
  <p:cmAuthor id="255" name="未知的使用者104" initials="" lastIdx="0" clrIdx="254"/>
  <p:cmAuthor id="256" name="未知用户60" initials="" lastIdx="0" clrIdx="255"/>
  <p:cmAuthor id="257" name="未知的使用者39" initials="未" lastIdx="0" clrIdx="256"/>
  <p:cmAuthor id="258" name="Shawna Strickland" initials="" lastIdx="0" clrIdx="257"/>
  <p:cmAuthor id="259" name="未知的使用者36" initials="" lastIdx="0" clrIdx="258"/>
  <p:cmAuthor id="260" name="未知的使用者136" initials="未" lastIdx="0" clrIdx="259"/>
  <p:cmAuthor id="261" name="Daniel Wuu" initials="" lastIdx="0" clrIdx="260"/>
  <p:cmAuthor id="262" name="未知用户56" initials="" lastIdx="0" clrIdx="261"/>
  <p:cmAuthor id="263" name="未知的使用者14" initials="" lastIdx="0" clrIdx="262"/>
  <p:cmAuthor id="264" name="未知的使用者140" initials="未" lastIdx="0" clrIdx="263"/>
  <p:cmAuthor id="265" name="未知的使用者197" initials="未" lastIdx="0" clrIdx="264"/>
  <p:cmAuthor id="266" name="Ashley Eberenz" initials="" lastIdx="0" clrIdx="265"/>
  <p:cmAuthor id="267" name="不明使用者19" initials="" lastIdx="0" clrIdx="266"/>
  <p:cmAuthor id="268" name="qiantong" initials="" lastIdx="0" clrIdx="267"/>
  <p:cmAuthor id="269" name="未知的使用者74" initials="" lastIdx="0" clrIdx="268"/>
  <p:cmAuthor id="270" name="未知的使用者23" initials="" lastIdx="0" clrIdx="269"/>
  <p:cmAuthor id="271" name="未知的使用者1" initials="" lastIdx="0" clrIdx="270"/>
  <p:cmAuthor id="272" name="116304" initials="" lastIdx="0" clrIdx="271"/>
  <p:cmAuthor id="273" name="未知用户31" initials="未" lastIdx="0" clrIdx="272"/>
  <p:cmAuthor id="274" name="R affer" initials="" lastIdx="0" clrIdx="273"/>
  <p:cmAuthor id="275" name="qihua-DCMS" initials="" lastIdx="0" clrIdx="274"/>
  <p:cmAuthor id="276" name="未知用户55" initials="" lastIdx="0" clrIdx="275"/>
  <p:cmAuthor id="277" name="未知的使用者95" initials="" lastIdx="0" clrIdx="276"/>
  <p:cmAuthor id="278" name="未知的使用者168" initials="未" lastIdx="0" clrIdx="277"/>
  <p:cmAuthor id="279" name="未知的使用者32" initials="" lastIdx="0" clrIdx="278"/>
  <p:cmAuthor id="280" name="未知的使用者49" initials="" lastIdx="0" clrIdx="279"/>
  <p:cmAuthor id="281" name="Unknown User26" initials="U" lastIdx="0" clrIdx="280"/>
  <p:cmAuthor id="282" name="yuexuejun" initials="" lastIdx="0" clrIdx="281"/>
  <p:cmAuthor id="283" name="未知的使用者71" initials="" lastIdx="0" clrIdx="282"/>
  <p:cmAuthor id="284" name="未知的使用者105" initials="" lastIdx="0" clrIdx="283"/>
  <p:cmAuthor id="285" name="Unknown User70" initials="" lastIdx="0" clrIdx="284"/>
  <p:cmAuthor id="286" name="clinchen" initials="" lastIdx="0" clrIdx="285"/>
  <p:cmAuthor id="287" name="未知用户23" initials="" lastIdx="0" clrIdx="286"/>
  <p:cmAuthor id="288" name="hanjuncompany" initials="" lastIdx="0" clrIdx="287"/>
  <p:cmAuthor id="289" name="kathy chen" initials="" lastIdx="0" clrIdx="288"/>
  <p:cmAuthor id="290" name="未知的使用者63" initials="" lastIdx="0" clrIdx="289"/>
  <p:cmAuthor id="291" name="未知的使用者64" initials="" lastIdx="0" clrIdx="290"/>
  <p:cmAuthor id="292" name="未知的使用者47" initials="" lastIdx="0" clrIdx="291"/>
  <p:cmAuthor id="293" name="未知的使用者60" initials="" lastIdx="0" clrIdx="292"/>
  <p:cmAuthor id="294" name="未知的使用者59" initials="" lastIdx="0" clrIdx="293"/>
  <p:cmAuthor id="295" name="未知的使用者54" initials="" lastIdx="0" clrIdx="294"/>
  <p:cmAuthor id="296" name="未知的使用者66" initials="" lastIdx="0" clrIdx="295"/>
  <p:cmAuthor id="297" name="未知的使用者65" initials="" lastIdx="0" clrIdx="296"/>
  <p:cmAuthor id="298" name="未知的使用者106" initials="" lastIdx="0" clrIdx="297"/>
  <p:cmAuthor id="299" name="未知的使用者107" initials="" lastIdx="0" clrIdx="298"/>
  <p:cmAuthor id="300" name="未知的使用者108" initials="" lastIdx="0" clrIdx="299"/>
  <p:cmAuthor id="301" name="未知的使用者86" initials="" lastIdx="0" clrIdx="300"/>
  <p:cmAuthor id="302" name="未知的使用者116" initials="" lastIdx="0" clrIdx="301"/>
  <p:cmAuthor id="303" name="未知的使用者44" initials="" lastIdx="0" clrIdx="302"/>
  <p:cmAuthor id="304" name="未知的使用者37" initials="" lastIdx="0" clrIdx="303"/>
  <p:cmAuthor id="305" name="未知的使用者126" initials="" lastIdx="0" clrIdx="304"/>
  <p:cmAuthor id="306" name="未知的使用者127" initials="" lastIdx="0" clrIdx="305"/>
  <p:cmAuthor id="307" name="未知的使用者128" initials="" lastIdx="0" clrIdx="306"/>
  <p:cmAuthor id="308" name="未知的使用者124" initials="" lastIdx="0" clrIdx="307"/>
  <p:cmAuthor id="309" name="未知的使用者125" initials="" lastIdx="0" clrIdx="308"/>
  <p:cmAuthor id="310" name="Sara Chen" initials="" lastIdx="0" clrIdx="309"/>
  <p:cmAuthor id="311" name="huang gerrard" initials="" lastIdx="0" clrIdx="310"/>
  <p:cmAuthor id="312" name="未知用户170" initials="" lastIdx="0" clrIdx="311"/>
  <p:cmAuthor id="313" name="未知用户171" initials="" lastIdx="0" clrIdx="312"/>
  <p:cmAuthor id="314" name="未知用户172" initials="" lastIdx="0" clrIdx="313"/>
  <p:cmAuthor id="315" name="未知用户173" initials="" lastIdx="0" clrIdx="314"/>
  <p:cmAuthor id="316" name="未知用户149" initials="" lastIdx="0" clrIdx="315"/>
  <p:cmAuthor id="317" name="未知用户150" initials="" lastIdx="0" clrIdx="316"/>
  <p:cmAuthor id="318" name="未知用户151" initials="" lastIdx="0" clrIdx="317"/>
  <p:cmAuthor id="319" name="未知用户152" initials="" lastIdx="0" clrIdx="318"/>
  <p:cmAuthor id="320" name="未知用户153" initials="" lastIdx="0" clrIdx="319"/>
  <p:cmAuthor id="321" name="未知用户154" initials="" lastIdx="0" clrIdx="320"/>
  <p:cmAuthor id="322" name="未知用户155" initials="" lastIdx="0" clrIdx="321"/>
  <p:cmAuthor id="323" name="未知用户41" initials="" lastIdx="0" clrIdx="322"/>
  <p:cmAuthor id="324" name="未知用户44" initials="" lastIdx="0" clrIdx="323"/>
  <p:cmAuthor id="325" name="未知用户45" initials="" lastIdx="0" clrIdx="324"/>
  <p:cmAuthor id="326" name="未知用户156" initials="" lastIdx="0" clrIdx="325"/>
  <p:cmAuthor id="327" name="未知用户64" initials="" lastIdx="0" clrIdx="326"/>
  <p:cmAuthor id="328" name="未知用户65" initials="" lastIdx="0" clrIdx="327"/>
  <p:cmAuthor id="329" name="未知用户68" initials="" lastIdx="0" clrIdx="328"/>
  <p:cmAuthor id="330" name="未知用户69" initials="" lastIdx="0" clrIdx="329"/>
  <p:cmAuthor id="331" name="未知用户70" initials="" lastIdx="0" clrIdx="330"/>
  <p:cmAuthor id="332" name="未知用户71" initials="" lastIdx="0" clrIdx="331"/>
  <p:cmAuthor id="333" name="未知用户72" initials="" lastIdx="0" clrIdx="332"/>
  <p:cmAuthor id="334" name="未知用户73" initials="" lastIdx="0" clrIdx="333"/>
  <p:cmAuthor id="335" name="未知用户49" initials="" lastIdx="0" clrIdx="334"/>
  <p:cmAuthor id="336" name="未知用户50" initials="" lastIdx="0" clrIdx="335"/>
  <p:cmAuthor id="337" name="未知用户52" initials="" lastIdx="0" clrIdx="336"/>
  <p:cmAuthor id="338" name="xbany" initials="xb21cn" lastIdx="0" clrIdx="337"/>
  <p:cmAuthor id="339" name="zhang zhigang" initials="zz" lastIdx="0" clrIdx="338"/>
  <p:cmAuthor id="340" name="neusoft" initials="n" lastIdx="0" clrIdx="339"/>
  <p:cmAuthor id="341" name="胡经伟" initials="H" lastIdx="0" clrIdx="340"/>
  <p:cmAuthor id="342" name="Author" initials="A" lastIdx="0" clrIdx="341"/>
  <p:cmAuthor id="343" name="Wu Hen" initials="WH" lastIdx="0" clrIdx="342"/>
  <p:cmAuthor id="344" name="feng-wang-neu" initials="f" lastIdx="0" clrIdx="343"/>
  <p:cmAuthor id="345" name="cfvtoday@163.com" initials="c" lastIdx="0" clrIdx="344"/>
  <p:cmAuthor id="346" name="yllu" initials="y" lastIdx="0" clrIdx="345"/>
  <p:cmAuthor id="347" name="峰（东软） 王" initials="峰（东软）" lastIdx="0" clrIdx="346"/>
  <p:cmAuthor id="348" name="鲍曙光" initials="鲍" lastIdx="0" clrIdx="347"/>
  <p:cmAuthor id="349" name="wukong" initials="w" lastIdx="0" clrIdx="348"/>
  <p:cmAuthor id="350" name="Sanjay Manchanda" initials="SM" lastIdx="0" clrIdx="349"/>
  <p:cmAuthor id="351" name="Vanya Cong Yu" initials="vayu" lastIdx="0" clrIdx="350"/>
  <p:cmAuthor id="352" name="微软用户" initials="微软用户" lastIdx="0" clrIdx="351"/>
  <p:cmAuthor id="353" name="幸全" initials="幸全" lastIdx="0" clrIdx="352"/>
  <p:cmAuthor id="354" name="楚 永辉" initials="" lastIdx="0" clrIdx="353"/>
  <p:cmAuthor id="355" name="Tyky-R480" initials="T" lastIdx="0" clrIdx="354"/>
  <p:cmAuthor id="356" name="PC" initials="P" lastIdx="0" clrIdx="355"/>
  <p:cmAuthor id="357" name="HP" initials="H" lastIdx="0" clrIdx="356"/>
  <p:cmAuthor id="358" name="LENOVO" initials="L" lastIdx="0" clrIdx="357"/>
  <p:cmAuthor id="359" name="熊先奎10009191" initials="熊先奎10009191" lastIdx="0" clrIdx="358"/>
  <p:cmAuthor id="360" name="10107538" initials="1" lastIdx="0" clrIdx="359"/>
  <p:cmAuthor id="361" name="Mingming Cai" initials="M" lastIdx="0" clrIdx="360"/>
  <p:cmAuthor id="362" name="Heyanghong" initials="H" lastIdx="0" clrIdx="361"/>
  <p:cmAuthor id="363" name="yang li" initials="yl" lastIdx="0" clrIdx="362"/>
  <p:cmAuthor id="364" name="Microsoft Office User" initials="MOU" lastIdx="0" clrIdx="363"/>
  <p:cmAuthor id="365" name="Wenjing Zhang" initials="W" lastIdx="0" clrIdx="364"/>
  <p:cmAuthor id="366" name="12030" initials="1" lastIdx="0" clrIdx="365"/>
  <p:cmAuthor id="367" name="李 里" initials="李" lastIdx="0" clrIdx="366"/>
  <p:cmAuthor id="368" name="li kai" initials="lk" lastIdx="0" clrIdx="367"/>
  <p:cmAuthor id="369" name="hewen" initials="h" lastIdx="0" clrIdx="368"/>
  <p:cmAuthor id="370" name="Liu Jialin" initials="LJ" lastIdx="0" clrIdx="369"/>
  <p:cmAuthor id="371" name="天然 许" initials="天然" lastIdx="0" clrIdx="370"/>
  <p:cmAuthor id="372" name="lixiajie" initials="l" lastIdx="0" clrIdx="371"/>
  <p:cmAuthor id="373" name="刘小脸er" initials="刘" lastIdx="0" clrIdx="372"/>
  <p:cmAuthor id="374" name="USER" initials="U" lastIdx="0" clrIdx="373"/>
  <p:cmAuthor id="375" name="不明使用者4" initials="不" lastIdx="0" clrIdx="374"/>
  <p:cmAuthor id="376" name="不明使用者6" initials="不" lastIdx="0" clrIdx="375"/>
  <p:cmAuthor id="377" name="Heather Rossman" initials="HR" lastIdx="0" clrIdx="376"/>
  <p:cmAuthor id="378" name="不明使用者5" initials="不" lastIdx="0" clrIdx="377"/>
  <p:cmAuthor id="379" name="不明使用者7" initials="不" lastIdx="0" clrIdx="378"/>
  <p:cmAuthor id="380" name="Chris Mabardy" initials="CM" lastIdx="0" clrIdx="379"/>
  <p:cmAuthor id="381" name="不明使用者8" initials="不" lastIdx="0" clrIdx="380"/>
  <p:cmAuthor id="382" name="person" initials="p" lastIdx="0" clrIdx="381"/>
  <p:cmAuthor id="383" name="不明使用者9" initials="不" lastIdx="0" clrIdx="382"/>
  <p:cmAuthor id="384" name="xiaoxin" initials="x" lastIdx="0" clrIdx="383"/>
  <p:cmAuthor id="385" name="不明使用者10" initials="不" lastIdx="0" clrIdx="384"/>
  <p:cmAuthor id="386" name="李蕾00009994" initials="" lastIdx="0" clrIdx="385"/>
  <p:cmAuthor id="387" name="不明使用者11" initials="不" lastIdx="0" clrIdx="386"/>
  <p:cmAuthor id="388" name="10007438" initials="" lastIdx="0" clrIdx="387"/>
  <p:cmAuthor id="389" name="未知的使用者227" initials="未" lastIdx="0" clrIdx="388"/>
  <p:cmAuthor id="390" name="未知的使用者270" initials="未" lastIdx="0" clrIdx="389"/>
  <p:cmAuthor id="391" name="10073006" initials="" lastIdx="0" clrIdx="390"/>
  <p:cmAuthor id="392" name="未知的使用者228" initials="未" lastIdx="0" clrIdx="391"/>
  <p:cmAuthor id="393" name="Hou Yingfeng" initials="" lastIdx="0" clrIdx="392"/>
  <p:cmAuthor id="394" name="未知的使用者229" initials="未" lastIdx="0" clrIdx="393"/>
  <p:cmAuthor id="395" name="赵诚荣10027092" initials="" lastIdx="0" clrIdx="394"/>
  <p:cmAuthor id="396" name="未知的使用者230" initials="未" lastIdx="0" clrIdx="395"/>
  <p:cmAuthor id="397" name="10056791" initials="" lastIdx="0" clrIdx="396"/>
  <p:cmAuthor id="398" name="未知的使用者231" initials="未" lastIdx="0" clrIdx="397"/>
  <p:cmAuthor id="399" name="10033224" initials="" lastIdx="0" clrIdx="398"/>
  <p:cmAuthor id="400" name="未知的使用者256" initials="未" lastIdx="0" clrIdx="399"/>
  <p:cmAuthor id="401" name="darin" initials="d" lastIdx="0" clrIdx="400"/>
  <p:cmAuthor id="402" name="未知的使用者233" initials="未" lastIdx="0" clrIdx="401"/>
  <p:cmAuthor id="403" name="未知的使用者234" initials="未" lastIdx="0" clrIdx="402"/>
  <p:cmAuthor id="404" name="XUWEI" initials="X" lastIdx="0" clrIdx="403"/>
  <p:cmAuthor id="405" name="未知的使用者235" initials="未" lastIdx="0" clrIdx="404"/>
  <p:cmAuthor id="406" name="仉 凯" initials="仉" lastIdx="0" clrIdx="405"/>
  <p:cmAuthor id="407" name="未知的使用者236" initials="未" lastIdx="0" clrIdx="406"/>
  <p:cmAuthor id="408" name="邢 术锋" initials="邢" lastIdx="0" clrIdx="407"/>
  <p:cmAuthor id="409" name="未知的使用者257" initials="未" lastIdx="0" clrIdx="408"/>
  <p:cmAuthor id="410" name="feng xingbo" initials="fx" lastIdx="0" clrIdx="409"/>
  <p:cmAuthor id="411" name="未知的使用者237" initials="未" lastIdx="0" clrIdx="410"/>
  <p:cmAuthor id="412" name="fei Ren" initials="fR" lastIdx="0" clrIdx="411"/>
  <p:cmAuthor id="413" name="未知的使用者238" initials="未" lastIdx="0" clrIdx="412"/>
  <p:cmAuthor id="414" name="未知的使用者239" initials="未" lastIdx="0" clrIdx="413"/>
  <p:cmAuthor id="415" name="未知的使用者240" initials="未" lastIdx="0" clrIdx="414"/>
  <p:cmAuthor id="416" name="未知的使用者241" initials="未" lastIdx="0" clrIdx="415"/>
  <p:cmAuthor id="417" name="未知的使用者242" initials="未" lastIdx="0" clrIdx="416"/>
  <p:cmAuthor id="418" name="aaaaaa apple" initials="" lastIdx="0" clrIdx="417"/>
  <p:cmAuthor id="419" name="未知用户141" initials="未知用户141" lastIdx="0" clrIdx="418"/>
  <p:cmAuthor id="420" name="未知的使用者243" initials="未" lastIdx="0" clrIdx="419"/>
  <p:cmAuthor id="421" name="未知的使用者51" initials="未" lastIdx="0" clrIdx="420"/>
  <p:cmAuthor id="422" name="赵东" initials="赵东" lastIdx="0" clrIdx="421"/>
  <p:cmAuthor id="423" name="未知的使用者258" initials="未" lastIdx="0" clrIdx="422"/>
  <p:cmAuthor id="424" name="Burke,Brian" initials="B" lastIdx="0" clrIdx="423"/>
  <p:cmAuthor id="425" name="Cearley,David" initials="C" lastIdx="0" clrIdx="424"/>
  <p:cmAuthor id="426" name="未知的使用者259" initials="未" lastIdx="0" clrIdx="425"/>
  <p:cmAuthor id="427" name="Richard Yue" initials="RY" lastIdx="0" clrIdx="426"/>
  <p:cmAuthor id="428" name="Pete Basiliere" initials="Pete" lastIdx="0" clrIdx="427"/>
  <p:cmAuthor id="429" name="未知的使用者260" initials="未" lastIdx="0" clrIdx="428"/>
  <p:cmAuthor id="430" name="Lheureux,Benoit" initials="L" lastIdx="0" clrIdx="429"/>
  <p:cmAuthor id="431" name="lilan" initials="l" lastIdx="0" clrIdx="430"/>
  <p:cmAuthor id="432" name="Velosa,Alfonso" initials="V" lastIdx="0" clrIdx="431"/>
  <p:cmAuthor id="433" name="未知的使用者261" initials="未" lastIdx="0" clrIdx="432"/>
  <p:cmAuthor id="434" name="Yi Tong" initials="YT" lastIdx="0" clrIdx="433"/>
  <p:cmAuthor id="435" name="未知的使用者24" initials="未" lastIdx="0" clrIdx="434"/>
  <p:cmAuthor id="436" name="jstxd" initials="j" lastIdx="0" clrIdx="435"/>
  <p:cmAuthor id="437" name="未知的使用者262" initials="未" lastIdx="0" clrIdx="436"/>
  <p:cmAuthor id="438" name="樱花簌簌" initials="authorId_1060971628" lastIdx="0" clrIdx="437"/>
  <p:cmAuthor id="439" name="WPS" initials="W" lastIdx="0" clrIdx="438"/>
  <p:cmAuthor id="440" name="未知的使用者263" initials="未" lastIdx="0" clrIdx="439"/>
  <p:cmAuthor id="441" name="muxp" initials="m" lastIdx="0" clrIdx="440"/>
  <p:cmAuthor id="442" name="Lee E" initials="LE" lastIdx="0" clrIdx="441"/>
  <p:cmAuthor id="443" name="未知的使用者264" initials="未" lastIdx="0" clrIdx="442"/>
  <p:cmAuthor id="444" name="ming qiu" initials="m" lastIdx="0" clrIdx="443"/>
  <p:cmAuthor id="445" name="1206988966@qq.com" initials="1" lastIdx="0" clrIdx="444"/>
  <p:cmAuthor id="446" name="未知的使用者265" initials="未" lastIdx="0" clrIdx="445"/>
  <p:cmAuthor id="447" name="姜伟光" initials="姜" lastIdx="0" clrIdx="446"/>
  <p:cmAuthor id="448" name="李辉" initials="李" lastIdx="0" clrIdx="447"/>
  <p:cmAuthor id="449" name="未知的使用者266" initials="未" lastIdx="0" clrIdx="448"/>
  <p:cmAuthor id="450" name="Peter Pan" initials="P" lastIdx="0" clrIdx="449"/>
  <p:cmAuthor id="451" name="未知的使用者29" initials="未" lastIdx="0" clrIdx="450"/>
  <p:cmAuthor id="452" name="Xin Wang (IB)" initials="X" lastIdx="0" clrIdx="451"/>
  <p:cmAuthor id="453" name="未知的使用者267" initials="未" lastIdx="0" clrIdx="452"/>
  <p:cmAuthor id="454" name="陈喆" initials="陈" lastIdx="0" clrIdx="453"/>
  <p:cmAuthor id="455" name="风元 | Jialin_YJFvAvMN" initials="authorId_596125899" lastIdx="0" clrIdx="454"/>
  <p:cmAuthor id="456" name="未知的使用者268" initials="未" lastIdx="0" clrIdx="455"/>
  <p:cmAuthor id="457" name="Lingjing Zheng (IB)" initials="L" lastIdx="0" clrIdx="456"/>
  <p:cmAuthor id="458" name="未知的使用者269" initials="未" lastIdx="0" clrIdx="457"/>
  <p:cmAuthor id="459" name="djz" initials="d" lastIdx="0" clrIdx="458"/>
  <p:cmAuthor id="460" name="Haiyang Wang" initials="H" lastIdx="0" clrIdx="459"/>
  <p:cmAuthor id="461" name="lillian" initials="l" lastIdx="0" clrIdx="460"/>
  <p:cmAuthor id="462" name="周明" initials="周" lastIdx="0" clrIdx="461"/>
  <p:cmAuthor id="463" name="周逸翰" initials="周" lastIdx="0" clrIdx="462"/>
  <p:cmAuthor id="464" name="未知用户197" initials="未" lastIdx="0" clrIdx="463"/>
  <p:cmAuthor id="465" name="ccb" initials="c" lastIdx="0" clrIdx="464"/>
  <p:cmAuthor id="466" name="未知用户22" initials="未" lastIdx="0" clrIdx="465"/>
  <p:cmAuthor id="467" name="王瑶" initials="王" lastIdx="0" clrIdx="466"/>
  <p:cmAuthor id="468" name="未知的使用者217" initials="未" lastIdx="0" clrIdx="467"/>
  <p:cmAuthor id="469" name="Lenovo" initials="L" lastIdx="0" clrIdx="468"/>
  <p:cmAuthor id="470" name="Achim Bauer" initials="A" lastIdx="0" clrIdx="469"/>
  <p:cmAuthor id="471" name="未知的使用者218" initials="未" lastIdx="0" clrIdx="470"/>
  <p:cmAuthor id="472" name="König Philipp" initials="K" lastIdx="0" clrIdx="471"/>
  <p:cmAuthor id="473" name="Eric Qin" initials="E" lastIdx="0" clrIdx="472"/>
  <p:cmAuthor id="474" name="未知的使用者219" initials="未" lastIdx="0" clrIdx="473"/>
  <p:cmAuthor id="475" name="hj" initials="h" lastIdx="0" clrIdx="474"/>
  <p:cmAuthor id="476" name="IKKI" initials="I" lastIdx="0" clrIdx="475"/>
  <p:cmAuthor id="477" name="bob kang" initials="b" lastIdx="0" clrIdx="476"/>
  <p:cmAuthor id="478" name="未知的使用者152" initials="未" lastIdx="0" clrIdx="477"/>
  <p:cmAuthor id="479" name="彭浩" initials="彭" lastIdx="0" clrIdx="478"/>
  <p:cmAuthor id="480" name="zyrstz" initials="z" lastIdx="0" clrIdx="479"/>
  <p:cmAuthor id="481" name="庞尔慧" initials="庞" lastIdx="0" clrIdx="480"/>
  <p:cmAuthor id="482" name="XMY" initials="X" lastIdx="0" clrIdx="481"/>
  <p:cmAuthor id="483" name="未知的使用者156" initials="未" lastIdx="0" clrIdx="482"/>
  <p:cmAuthor id="484" name="xmy" initials="x" lastIdx="0" clrIdx="483"/>
  <p:cmAuthor id="485" name="wum20" initials="w" lastIdx="0" clrIdx="484"/>
  <p:cmAuthor id="486" name="未知用户2" initials="未" lastIdx="0" clrIdx="485"/>
  <p:cmAuthor id="487" name="未知用户3" initials="未" lastIdx="0" clrIdx="486"/>
  <p:cmAuthor id="488" name="武敏" initials="武" lastIdx="0" clrIdx="487"/>
  <p:cmAuthor id="489" name="ZYSR-XY" initials="Z" lastIdx="0" clrIdx="488"/>
  <p:cmAuthor id="490" name="未知的使用者129" initials="未" lastIdx="0" clrIdx="489"/>
  <p:cmAuthor id="491" name="刘颖" initials="刘" lastIdx="0" clrIdx="490"/>
  <p:cmAuthor id="492" name="未知用户30" initials="未" lastIdx="0" clrIdx="491"/>
  <p:cmAuthor id="493" name="Chen, Naikang A." initials="C" lastIdx="0" clrIdx="492"/>
  <p:cmAuthor id="494" name="未知的使用者130" initials="未" lastIdx="0" clrIdx="493"/>
  <p:cmAuthor id="495" name="song song" initials="s" lastIdx="0" clrIdx="494"/>
  <p:cmAuthor id="496" name="曾阿婷" initials="曾" lastIdx="0" clrIdx="495"/>
  <p:cmAuthor id="497" name="未知的使用者131" initials="未" lastIdx="0" clrIdx="496"/>
  <p:cmAuthor id="498" name="yubaoquan" initials="y" lastIdx="0" clrIdx="497"/>
  <p:cmAuthor id="499" name="ting yue" initials="t" lastIdx="0" clrIdx="498"/>
  <p:cmAuthor id="500" name="未知的使用者132" initials="未" lastIdx="0" clrIdx="499"/>
  <p:cmAuthor id="501" name="david bin" initials="d" lastIdx="0" clrIdx="500"/>
  <p:cmAuthor id="502" name="未知用户4" initials="未" lastIdx="0" clrIdx="501"/>
  <p:cmAuthor id="503" name="未知的使用者164" initials="未" lastIdx="0" clrIdx="502"/>
  <p:cmAuthor id="504" name="於宝泉" initials="於" lastIdx="0" clrIdx="503"/>
  <p:cmAuthor id="505" name="未知的使用者172" initials="未" lastIdx="0" clrIdx="504"/>
  <p:cmAuthor id="506" name="Liu Dong" initials="L" lastIdx="0" clrIdx="505"/>
  <p:cmAuthor id="507" name="Zhao Jing" initials="Z" lastIdx="0" clrIdx="506"/>
  <p:cmAuthor id="508" name="未知的使用者174" initials="未" lastIdx="0" clrIdx="507"/>
  <p:cmAuthor id="509" name="gaoxiangyu" initials="g" lastIdx="0" clrIdx="508"/>
  <p:cmAuthor id="510" name="YANQING BAO" initials="Y" lastIdx="0" clrIdx="509"/>
  <p:cmAuthor id="511" name="Roet-Reinking, Nathalie" initials="R" lastIdx="0" clrIdx="510"/>
  <p:cmAuthor id="512" name="未知的使用者247" initials="未" lastIdx="0" clrIdx="511"/>
  <p:cmAuthor id="513" name="张金龙" initials="张" lastIdx="0" clrIdx="512"/>
  <p:cmAuthor id="514" name="祝惠蓉" initials="祝" lastIdx="0" clrIdx="513"/>
  <p:cmAuthor id="515" name="未知用户142" initials="未知用户142" lastIdx="0" clrIdx="514"/>
  <p:cmAuthor id="516" name="zhq" initials="z" lastIdx="0" clrIdx="515"/>
  <p:cmAuthor id="517" name="张琦" initials="zq" lastIdx="0" clrIdx="516"/>
  <p:cmAuthor id="518" name="99770" initials="9" lastIdx="0" clrIdx="517"/>
  <p:cmAuthor id="519" name="茄球" initials="茄球" lastIdx="0" clrIdx="518"/>
  <p:cmAuthor id="520" name="yang zhen" initials="y" lastIdx="0" clrIdx="519"/>
  <p:cmAuthor id="521" name="王丽君" initials="王" lastIdx="0" clrIdx="520"/>
  <p:cmAuthor id="522" name="未知用户143" initials="未知用户143" lastIdx="0" clrIdx="521"/>
  <p:cmAuthor id="523" name="Xia Ting" initials="X" lastIdx="0" clrIdx="522"/>
  <p:cmAuthor id="524" name="未知用户51" initials="未" lastIdx="0" clrIdx="523"/>
  <p:cmAuthor id="525" name="未知的使用者153" initials="未" lastIdx="0" clrIdx="524"/>
  <p:cmAuthor id="526" name="未知的使用者154" initials="未" lastIdx="0" clrIdx="525"/>
  <p:cmAuthor id="527" name="未知用户144" initials="未知用户144" lastIdx="0" clrIdx="526"/>
  <p:cmAuthor id="528" name="未知用户10" initials="未" lastIdx="0" clrIdx="527"/>
  <p:cmAuthor id="529" name="未知用户11" initials="未" lastIdx="0" clrIdx="528"/>
  <p:cmAuthor id="530" name="未知用户177" initials="未知用户177" lastIdx="0" clrIdx="529"/>
  <p:cmAuthor id="531" name="未知的使用者151" initials="未" lastIdx="0" clrIdx="530"/>
  <p:cmAuthor id="532" name="未知用户178" initials="未知用户178" lastIdx="0" clrIdx="531"/>
  <p:cmAuthor id="533" name="未知的使用者89" initials="未" lastIdx="0" clrIdx="532"/>
  <p:cmAuthor id="534" name="未知用户145" initials="未知用户145" lastIdx="0" clrIdx="533"/>
  <p:cmAuthor id="535" name="未知的使用者88" initials="未" lastIdx="0" clrIdx="534"/>
  <p:cmAuthor id="536" name="未知用户89" initials="未" lastIdx="0" clrIdx="535"/>
  <p:cmAuthor id="537" name="庆芳 许" initials="庆" lastIdx="0" clrIdx="536"/>
  <p:cmAuthor id="538" name="jerrychou" initials="j" lastIdx="0" clrIdx="537"/>
  <p:cmAuthor id="539" name="不明使用者12" initials="不" lastIdx="0" clrIdx="538"/>
  <p:cmAuthor id="540" name="不明使用者1" initials="不" lastIdx="0" clrIdx="539"/>
  <p:cmAuthor id="541" name="不明使用者2" initials="不" lastIdx="0" clrIdx="540"/>
  <p:cmAuthor id="542" name="不明使用者3" initials="不" lastIdx="0" clrIdx="541"/>
  <p:cmAuthor id="543" name="王璕" initials="WX" lastIdx="0" clrIdx="542"/>
  <p:cmAuthor id="544" name="陆晓" initials="luxiao" lastIdx="0" clrIdx="543"/>
  <p:cmAuthor id="545" name="BL7007" initials="Sara" lastIdx="0" clrIdx="544"/>
  <p:cmAuthor id="546" name="P1063cindychen" initials="P" lastIdx="0" clrIdx="545"/>
  <p:cmAuthor id="547" name="Gracie Xu Jin" initials="grjin" lastIdx="0" clrIdx="546"/>
  <p:cmAuthor id="548" name="CHO is on.ECHO is on." initials="aidzhang" lastIdx="0" clrIdx="547"/>
  <p:cmAuthor id="549" name="px" initials="p" lastIdx="0" clrIdx="548"/>
  <p:cmAuthor id="550" name="shangfeng" initials="s" lastIdx="0" clrIdx="549"/>
  <p:cmAuthor id="551" name="CYN" initials="C" lastIdx="0" clrIdx="550"/>
  <p:cmAuthor id="552" name="edy" initials="e" lastIdx="0" clrIdx="551"/>
  <p:cmAuthor id="553" name="未知用户146" initials="未知用户146" lastIdx="0" clrIdx="552"/>
  <p:cmAuthor id="554" name="hanmei zhang" initials="hz" lastIdx="0" clrIdx="553"/>
  <p:cmAuthor id="555" name="未知用户147" initials="未知用户147" lastIdx="0" clrIdx="554"/>
  <p:cmAuthor id="556" name="wulifang" initials="wlf" lastIdx="0" clrIdx="555"/>
  <p:cmAuthor id="557" name="未知的使用者6" initials="未" lastIdx="0" clrIdx="556"/>
  <p:cmAuthor id="558" name="彭润" initials="彭" lastIdx="0" clrIdx="557"/>
  <p:cmAuthor id="559" name="gt" initials="g" lastIdx="0" clrIdx="558"/>
  <p:cmAuthor id="560" name="未知用户148" initials="未知用户148" lastIdx="0" clrIdx="559"/>
  <p:cmAuthor id="561" name="廖麗華" initials="廖" lastIdx="0" clrIdx="560"/>
  <p:cmAuthor id="562" name="未知用户16" initials="未" lastIdx="0" clrIdx="561"/>
  <p:cmAuthor id="563" name="luxu" initials="l" lastIdx="0" clrIdx="562"/>
  <p:cmAuthor id="564" name="順天" initials="順" lastIdx="0" clrIdx="563"/>
  <p:cmAuthor id="565" name=" " initials="" lastIdx="0" clrIdx="564"/>
  <p:cmAuthor id="566" name="未知的使用者76" initials="未" lastIdx="0" clrIdx="565"/>
  <p:cmAuthor id="567" name="未知的使用者70" initials="未" lastIdx="0" clrIdx="566"/>
  <p:cmAuthor id="568" name="未知的使用者73" initials="未" lastIdx="0" clrIdx="567"/>
  <p:cmAuthor id="569" name="未知用户293" initials="未" lastIdx="0" clrIdx="568"/>
  <p:cmAuthor id="570" name="Christina" initials="C" lastIdx="0" clrIdx="569"/>
  <p:cmAuthor id="571" name="jet" initials="j" lastIdx="0" clrIdx="570"/>
  <p:cmAuthor id="572" name="未知用户103" initials="未" lastIdx="0" clrIdx="571"/>
  <p:cmAuthor id="573" name="未知的使用者92" initials="未" lastIdx="0" clrIdx="572"/>
  <p:cmAuthor id="574" name="guanhh" initials="g" lastIdx="0" clrIdx="573"/>
  <p:cmAuthor id="575" name="未知的使用者120" initials="未" lastIdx="0" clrIdx="574"/>
  <p:cmAuthor id="576" name="未知用户123" initials="未" lastIdx="0" clrIdx="575"/>
  <p:cmAuthor id="577" name="未知用户179" initials="未知用户179" lastIdx="0" clrIdx="576"/>
  <p:cmAuthor id="578" name="未知用户125" initials="未" lastIdx="0" clrIdx="577"/>
  <p:cmAuthor id="579" name="未知用户180" initials="未知用户180" lastIdx="0" clrIdx="578"/>
  <p:cmAuthor id="580" name="未知用户84" initials="未" lastIdx="0" clrIdx="579"/>
  <p:cmAuthor id="581" name="未知用户105" initials="未" lastIdx="0" clrIdx="580"/>
  <p:cmAuthor id="582" name="未知用户181" initials="未知用户181" lastIdx="0" clrIdx="581"/>
  <p:cmAuthor id="583" name="未知用户182" initials="未知用户182" lastIdx="0" clrIdx="582"/>
  <p:cmAuthor id="584" name="未知的使用者4" initials="未" lastIdx="0" clrIdx="583"/>
  <p:cmAuthor id="585" name="未知用户183" initials="未知用户183" lastIdx="0" clrIdx="584"/>
  <p:cmAuthor id="586" name="yudi lin" initials="y" lastIdx="0" clrIdx="585"/>
  <p:cmAuthor id="587" name="liuzga" initials="l" lastIdx="0" clrIdx="586"/>
  <p:cmAuthor id="588" name="Ted Su" initials="T" lastIdx="0" clrIdx="587"/>
  <p:cmAuthor id="589" name="49554261@qq.com" initials="4" lastIdx="0" clrIdx="588"/>
  <p:cmAuthor id="590" name="未知用户85" initials="未" lastIdx="0" clrIdx="589"/>
  <p:cmAuthor id="591" name="未知用户184" initials="未知用户184" lastIdx="0" clrIdx="590"/>
  <p:cmAuthor id="592" name="未知用户185" initials="未知用户185" lastIdx="0" clrIdx="591"/>
  <p:cmAuthor id="593" name="未知用户186" initials="未知用户186" lastIdx="0" clrIdx="592"/>
  <p:cmAuthor id="594" name="未知用户127" initials="未" lastIdx="0" clrIdx="593"/>
  <p:cmAuthor id="595" name="未知用户187" initials="未知用户187" lastIdx="0" clrIdx="594"/>
  <p:cmAuthor id="596" name="shinin" initials="s" lastIdx="0" clrIdx="595"/>
  <p:cmAuthor id="597" name="Unknown User28" initials="U" lastIdx="0" clrIdx="596"/>
  <p:cmAuthor id="598" name="Unknown User111" initials="U" lastIdx="0" clrIdx="597"/>
  <p:cmAuthor id="599" name="未知用户188" initials="未知用户188" lastIdx="0" clrIdx="598"/>
  <p:cmAuthor id="600" name="未知用户189" initials="未知用户189" lastIdx="0" clrIdx="599"/>
  <p:cmAuthor id="601" name="未知用户190" initials="未知用户190" lastIdx="0" clrIdx="600"/>
  <p:cmAuthor id="602" name="未知用户191" initials="未知用户191" lastIdx="0" clrIdx="601"/>
  <p:cmAuthor id="603" name="未知用户192" initials="未知用户192" lastIdx="0" clrIdx="602"/>
  <p:cmAuthor id="604" name="Unknown User67" initials="U" lastIdx="0" clrIdx="603"/>
  <p:cmAuthor id="605" name="未知用户193" initials="未知用户193" lastIdx="0" clrIdx="604"/>
  <p:cmAuthor id="606" name="Lam" initials="L" lastIdx="0" clrIdx="605"/>
  <p:cmAuthor id="607" name="未知用户194" initials="未知用户194" lastIdx="0" clrIdx="606"/>
  <p:cmAuthor id="608" name="williamwhu@163.com" initials="w" lastIdx="0" clrIdx="607"/>
  <p:cmAuthor id="609" name="未知的使用者113" initials="未" lastIdx="0" clrIdx="608"/>
  <p:cmAuthor id="610" name="未知的使用者118" initials="未" lastIdx="0" clrIdx="609"/>
  <p:cmAuthor id="611" name="曹 朝辉" initials="曹" lastIdx="0" clrIdx="610"/>
  <p:cmAuthor id="612" name="mingzi wang" initials="mw" lastIdx="0" clrIdx="611"/>
  <p:cmAuthor id="613" name="sharon" initials="s" lastIdx="0" clrIdx="612"/>
  <p:cmAuthor id="614" name="未知的使用者40" initials="未" lastIdx="0" clrIdx="613"/>
  <p:cmAuthor id="615" name="未知的使用者167" initials="未" lastIdx="0" clrIdx="614"/>
  <p:cmAuthor id="616" name="未知用户131" initials="未知用户131" lastIdx="0" clrIdx="615"/>
  <p:cmAuthor id="617" name="未知的使用者98" initials="未" lastIdx="0" clrIdx="616"/>
  <p:cmAuthor id="618" name="未知的使用者42" initials="未" lastIdx="0" clrIdx="617"/>
  <p:cmAuthor id="619" name="未知的使用者195" initials="未" lastIdx="0" clrIdx="618"/>
  <p:cmAuthor id="620" name="未知的使用者173" initials="未" lastIdx="0" clrIdx="619"/>
  <p:cmAuthor id="621" name="未知用户310" initials="未" lastIdx="0" clrIdx="620"/>
  <p:cmAuthor id="622" name="BA-俞阳" initials="authorId_4447802" lastIdx="0" clrIdx="621"/>
  <p:cmAuthor id="623" name="未知用户39" initials="未" lastIdx="0" clrIdx="622"/>
  <p:cmAuthor id="624" name="shan翔_fQ7jiuqm" initials="authorId_534080865" lastIdx="0" clrIdx="623"/>
  <p:cmAuthor id="625" name="王雅平_aUvyjQZr" initials="authorId_244729476" lastIdx="0" clrIdx="624"/>
  <p:cmAuthor id="626" name="王 蒙" initials="王" lastIdx="0" clrIdx="625"/>
  <p:cmAuthor id="627" name="user" initials="u" lastIdx="0" clrIdx="626"/>
  <p:cmAuthor id="628" name="王嘉偉" initials="王" lastIdx="0" clrIdx="627"/>
  <p:cmAuthor id="629" name="FanJQ" initials="F" lastIdx="0" clrIdx="628"/>
  <p:cmAuthor id="630" name="Unknown User24" initials="U" lastIdx="0" clrIdx="629"/>
  <p:cmAuthor id="631" name="未知用户133" initials="未知用户133" lastIdx="0" clrIdx="630"/>
  <p:cmAuthor id="632" name="未知的使用者169" initials="未" lastIdx="0" clrIdx="631"/>
  <p:cmAuthor id="633" name="未知用户95" initials="未" lastIdx="0" clrIdx="632"/>
  <p:cmAuthor id="634" name="未知用户211" initials="未" lastIdx="0" clrIdx="633"/>
  <p:cmAuthor id="635" name="未知用户157" initials="未知用户157" lastIdx="0" clrIdx="634"/>
  <p:cmAuthor id="636" name="未知用户93" initials="未" lastIdx="0" clrIdx="635"/>
  <p:cmAuthor id="637" name="未知用户158" initials="未知用户158" lastIdx="0" clrIdx="636"/>
  <p:cmAuthor id="638" name="未知的使用者62" initials="未" lastIdx="0" clrIdx="637"/>
  <p:cmAuthor id="639" name="未知的使用者58" initials="未" lastIdx="0" clrIdx="638"/>
  <p:cmAuthor id="640" name="未知用户38" initials="未" lastIdx="0" clrIdx="639"/>
  <p:cmAuthor id="641" name="Vicky" initials="V" lastIdx="0" clrIdx="640"/>
  <p:cmAuthor id="642" name="刘云轩" initials="刘" lastIdx="0" clrIdx="641"/>
  <p:cmAuthor id="643" name="未知用户159" initials="未知用户159" lastIdx="0" clrIdx="642"/>
  <p:cmAuthor id="644" name="未知用户160" initials="未知用户160" lastIdx="0" clrIdx="643"/>
  <p:cmAuthor id="645" name="未知用户27" initials="未" lastIdx="0" clrIdx="644"/>
  <p:cmAuthor id="646" name="未知用户161" initials="未知用户161" lastIdx="0" clrIdx="645"/>
  <p:cmAuthor id="647" name="alpha" initials="a" lastIdx="0" clrIdx="646"/>
  <p:cmAuthor id="648" name="未知的使用者161" initials="未" lastIdx="0" clrIdx="647"/>
  <p:cmAuthor id="649" name="群智集" initials="群" lastIdx="0" clrIdx="648"/>
  <p:cmAuthor id="650" name="Unknown User22" initials="U" lastIdx="0" clrIdx="649"/>
  <p:cmAuthor id="651" name="Unknown User23" initials="U" lastIdx="0" clrIdx="650"/>
  <p:cmAuthor id="652" name="未知的使用者75" initials="未" lastIdx="0" clrIdx="651"/>
  <p:cmAuthor id="653" name="未知的使用者77" initials="未" lastIdx="0" clrIdx="652"/>
  <p:cmAuthor id="654" name="未知的使用者78" initials="未" lastIdx="0" clrIdx="653"/>
  <p:cmAuthor id="655" name="未知的使用者79" initials="未" lastIdx="0" clrIdx="654"/>
  <p:cmAuthor id="656" name="未知的使用者80" initials="未" lastIdx="0" clrIdx="655"/>
  <p:cmAuthor id="657" name="未知的使用者82" initials="未" lastIdx="0" clrIdx="656"/>
  <p:cmAuthor id="658" name="未知的使用者83" initials="未" lastIdx="0" clrIdx="657"/>
  <p:cmAuthor id="659" name="未知的使用者84" initials="未" lastIdx="0" clrIdx="658"/>
  <p:cmAuthor id="660" name="未知的使用者85" initials="未" lastIdx="0" clrIdx="659"/>
  <p:cmAuthor id="661" name="未知的使用者87" initials="未" lastIdx="0" clrIdx="660"/>
  <p:cmAuthor id="662" name="未知的使用者90" initials="未" lastIdx="0" clrIdx="661"/>
  <p:cmAuthor id="663" name="未知的使用者91" initials="未" lastIdx="0" clrIdx="662"/>
  <p:cmAuthor id="664" name="CHRISYU" initials="C" lastIdx="0" clrIdx="663"/>
  <p:cmAuthor id="665" name="liucunri" initials="l" lastIdx="0" clrIdx="664"/>
  <p:cmAuthor id="666" name="未知用户63" initials="未知用户63" lastIdx="0" clrIdx="665"/>
  <p:cmAuthor id="667" name="未知的使用者102" initials="未" lastIdx="0" clrIdx="666"/>
  <p:cmAuthor id="668" name="未知的使用者61" initials="未" lastIdx="0" clrIdx="667"/>
  <p:cmAuthor id="669" name="仝德志" initials="仝" lastIdx="0" clrIdx="668"/>
  <p:cmAuthor id="670" name="未知用户112" initials="未知用户112" lastIdx="0" clrIdx="669"/>
  <p:cmAuthor id="671" name="未知的使用者183" initials="未" lastIdx="0" clrIdx="670"/>
  <p:cmAuthor id="672" name="未知用户162" initials="未知用户162" lastIdx="0" clrIdx="671"/>
  <p:cmAuthor id="673" name="未知用户163" initials="未知用户163" lastIdx="0" clrIdx="672"/>
  <p:cmAuthor id="674" name="針對所選的門市進行小範圍實驗，捕捉驅動績效的關鍵影響因子" initials="針" lastIdx="0" clrIdx="673"/>
  <p:cmAuthor id="675" name="James" initials="J" lastIdx="0" clrIdx="674"/>
  <p:cmAuthor id="676" name="未知的使用者114" initials="未" lastIdx="0" clrIdx="675"/>
  <p:cmAuthor id="677" name="未知用户164" initials="未知用户164" lastIdx="0" clrIdx="676"/>
  <p:cmAuthor id="678" name="未知的使用者184" initials="未" lastIdx="0" clrIdx="677"/>
  <p:cmAuthor id="679" name="未知的使用者185" initials="未" lastIdx="0" clrIdx="678"/>
  <p:cmAuthor id="680" name="未知的使用者186" initials="未" lastIdx="0" clrIdx="679"/>
  <p:cmAuthor id="681" name="未知的使用者175" initials="未" lastIdx="0" clrIdx="680"/>
  <p:cmAuthor id="682" name="未知的使用者176" initials="未" lastIdx="0" clrIdx="681"/>
  <p:cmAuthor id="683" name="未知的使用者187" initials="未" lastIdx="0" clrIdx="682"/>
  <p:cmAuthor id="684" name="未知的使用者178" initials="未" lastIdx="0" clrIdx="683"/>
  <p:cmAuthor id="685" name="未知的使用者179" initials="未" lastIdx="0" clrIdx="684"/>
  <p:cmAuthor id="686" name="未知的使用者180" initials="未" lastIdx="0" clrIdx="685"/>
  <p:cmAuthor id="687" name="未知的使用者181" initials="未" lastIdx="0" clrIdx="686"/>
  <p:cmAuthor id="688" name="未知的使用者170" initials="未" lastIdx="0" clrIdx="687"/>
  <p:cmAuthor id="689" name="未知的使用者190" initials="未" lastIdx="0" clrIdx="688"/>
  <p:cmAuthor id="690" name="未知的使用者191" initials="未" lastIdx="0" clrIdx="689"/>
  <p:cmAuthor id="691" name="未知的使用者141" initials="未" lastIdx="0" clrIdx="690"/>
  <p:cmAuthor id="692" name="未知的使用者142" initials="未" lastIdx="0" clrIdx="691"/>
  <p:cmAuthor id="693" name="未知的使用者143" initials="未" lastIdx="0" clrIdx="692"/>
  <p:cmAuthor id="694" name="未知的使用者144" initials="未" lastIdx="0" clrIdx="693"/>
  <p:cmAuthor id="695" name="未知的使用者145" initials="未" lastIdx="0" clrIdx="694"/>
  <p:cmAuthor id="696" name="未知用户165" initials="未知用户165" lastIdx="0" clrIdx="695"/>
  <p:cmAuthor id="697" name="未知的使用者147" initials="未" lastIdx="0" clrIdx="696"/>
  <p:cmAuthor id="698" name="未知用户166" initials="未知用户166" lastIdx="0" clrIdx="697"/>
  <p:cmAuthor id="699" name="未知的使用者149" initials="未" lastIdx="0" clrIdx="698"/>
  <p:cmAuthor id="700" name="未知用户167" initials="未知用户167" lastIdx="0" clrIdx="699"/>
  <p:cmAuthor id="701" name="未知用户168" initials="未知用户168" lastIdx="0" clrIdx="700"/>
  <p:cmAuthor id="702" name="未知用户169" initials="未知用户169" lastIdx="0" clrIdx="701"/>
  <p:cmAuthor id="703" name="未知用户202" initials="未" lastIdx="0" clrIdx="702"/>
  <p:cmAuthor id="704" name="未知的使用者220" initials="未" lastIdx="0" clrIdx="703"/>
  <p:cmAuthor id="705" name="未知用户134" initials="未" lastIdx="0" clrIdx="704"/>
  <p:cmAuthor id="706" name="未知用户135" initials="未" lastIdx="0" clrIdx="705"/>
  <p:cmAuthor id="707" name="未知用户205" initials="未" lastIdx="0" clrIdx="706"/>
  <p:cmAuthor id="708" name="未知的使用者157" initials="未" lastIdx="0" clrIdx="707"/>
  <p:cmAuthor id="709" name="未知的使用者204" initials="未" lastIdx="0" clrIdx="708"/>
  <p:cmAuthor id="710" name="Yoyo Wu" initials="Y" lastIdx="0" clrIdx="709"/>
  <p:cmAuthor id="711" name="zhangbin" initials="z" lastIdx="0" clrIdx="710"/>
  <p:cmAuthor id="712" name="Arno.Du(杜明星)" initials="A" lastIdx="0" clrIdx="711"/>
  <p:cmAuthor id="713" name="未知用户174" initials="未知用户174" lastIdx="0" clrIdx="712"/>
  <p:cmAuthor id="714" name="未知用户175" initials="未知用户175" lastIdx="0" clrIdx="713"/>
  <p:cmAuthor id="715" name="Unknown User27" initials="U" lastIdx="0" clrIdx="714"/>
  <p:cmAuthor id="716" name="Unknown User112" initials="U" lastIdx="0" clrIdx="715"/>
  <p:cmAuthor id="717" name="Unknown User59" initials="U" lastIdx="0" clrIdx="716"/>
  <p:cmAuthor id="718" name="未知用户176" initials="未知用户176" lastIdx="0" clrIdx="717"/>
  <p:cmAuthor id="719" name="未知的使用者249" initials="未" lastIdx="0" clrIdx="718"/>
  <p:cmAuthor id="720" name="未知的使用者250" initials="未" lastIdx="0" clrIdx="719"/>
  <p:cmAuthor id="721" name="未知的使用者251" initials="未" lastIdx="0" clrIdx="720"/>
  <p:cmAuthor id="722" name="未知的使用者246" initials="未" lastIdx="0" clrIdx="721"/>
  <p:cmAuthor id="723" name="未知的使用者224" initials="未" lastIdx="0" clrIdx="722"/>
  <p:cmAuthor id="724" name="未知的使用者252" initials="未" lastIdx="0" clrIdx="723"/>
  <p:cmAuthor id="725" name="未知的使用者253" initials="未" lastIdx="0" clrIdx="724"/>
  <p:cmAuthor id="726" name="未知的使用者254" initials="未" lastIdx="0" clrIdx="725"/>
  <p:cmAuthor id="727" name="未知的使用者255" initials="未" lastIdx="0" clrIdx="726"/>
  <p:cmAuthor id="728" name="未知的使用者226" initials="未" lastIdx="0" clrIdx="727"/>
  <p:cmAuthor id="729" name="未知用户195" initials="未" lastIdx="0" clrIdx="728"/>
  <p:cmAuthor id="730" name="raymond luan" initials="r" lastIdx="0" clrIdx="729"/>
  <p:cmAuthor id="731" name="未知用户208" initials="未" lastIdx="0" clrIdx="730"/>
  <p:cmAuthor id="732" name="未知用户198" initials="未" lastIdx="0" clrIdx="731"/>
  <p:cmAuthor id="733" name="未知用户209" initials="未" lastIdx="0" clrIdx="732"/>
  <p:cmAuthor id="734" name="未知用户36" initials="未" lastIdx="0" clrIdx="733"/>
  <p:cmAuthor id="735" name="Evonlin" initials="E" lastIdx="0" clrIdx="734"/>
  <p:cmAuthor id="736" name="WANGZF" initials="W" lastIdx="0" clrIdx="735"/>
  <p:cmAuthor id="737" name="未知用户94" initials="未" lastIdx="0" clrIdx="736"/>
  <p:cmAuthor id="738" name="未知的使用者188" initials="未" lastIdx="0" clrIdx="737"/>
  <p:cmAuthor id="739" name="未知用户118" initials="未" lastIdx="0" clrIdx="738"/>
  <p:cmAuthor id="740" name="未知用户119" initials="未" lastIdx="0" clrIdx="739"/>
  <p:cmAuthor id="741" name="未知用户120" initials="未" lastIdx="0" clrIdx="740"/>
  <p:cmAuthor id="742" name="未知用户121" initials="未" lastIdx="0" clrIdx="741"/>
  <p:cmAuthor id="743" name="未知用户122" initials="未" lastIdx="0" clrIdx="742"/>
  <p:cmAuthor id="744" name="未知用户46" initials="未" lastIdx="0" clrIdx="743"/>
  <p:cmAuthor id="745" name="梅芬 吳" initials="梅" lastIdx="0" clrIdx="744"/>
  <p:cmAuthor id="746" name="Unknown User48" initials="U" lastIdx="0" clrIdx="745"/>
  <p:cmAuthor id="747" name="Unknown User52" initials="U" lastIdx="0" clrIdx="746"/>
  <p:cmAuthor id="748" name="Unknown User50" initials="U" lastIdx="0" clrIdx="747"/>
  <p:cmAuthor id="749" name="未知的使用者134" initials="未" lastIdx="0" clrIdx="748"/>
  <p:cmAuthor id="750" name="未知的使用者139" initials="未" lastIdx="0" clrIdx="749"/>
  <p:cmAuthor id="751" name="WPS_1629288625_numqaQrE" initials="authorId_1245498768" lastIdx="0" clrIdx="750"/>
  <p:cmAuthor id="752" name="liumei" initials="l" lastIdx="0" clrIdx="751"/>
  <p:cmAuthor id="753" name="p" initials="p" lastIdx="0" clrIdx="752"/>
  <p:cmAuthor id="754" name="lili_hao" initials="l" lastIdx="0" clrIdx="753"/>
  <p:cmAuthor id="755" name="bao balas" initials="bb" lastIdx="0" clrIdx="754"/>
  <p:cmAuthor id="756" name="Windows User" initials="WU" lastIdx="0" clrIdx="755"/>
  <p:cmAuthor id="757" name="李 仔泉" initials="李" lastIdx="0" clrIdx="756"/>
  <p:cmAuthor id="758" name="lenovo" initials="l" lastIdx="0" clrIdx="757"/>
  <p:cmAuthor id="759" name="王妙琼" initials="MW" lastIdx="0" clrIdx="758"/>
  <p:cmAuthor id="760" name="XI XI" initials="XX" lastIdx="0" clrIdx="759"/>
  <p:cmAuthor id="761" name="liuying" initials="l" lastIdx="0" clrIdx="760"/>
  <p:cmAuthor id="762" name="mjg" initials="m" lastIdx="0" clrIdx="761"/>
  <p:cmAuthor id="763" name="Unicom" initials="U" lastIdx="0" clrIdx="762"/>
  <p:cmAuthor id="764" name="yuxue" initials="y" lastIdx="0" clrIdx="763"/>
  <p:cmAuthor id="765" name="杨国" initials="杨" lastIdx="0" clrIdx="764"/>
  <p:cmAuthor id="766" name="李岩（IT）" initials="李" lastIdx="0" clrIdx="765"/>
  <p:cmAuthor id="767" name="周辉" initials="周" lastIdx="0" clrIdx="766"/>
  <p:cmAuthor id="768" name="sx_xuzx" initials="s" lastIdx="0" clrIdx="767"/>
  <p:cmAuthor id="769" name="tplife" initials="t" lastIdx="0" clrIdx="768"/>
  <p:cmAuthor id="770" name="孟 昕" initials="孟" lastIdx="0" clrIdx="769"/>
  <p:cmAuthor id="771" name="白芸" initials="白" lastIdx="0" clrIdx="770"/>
  <p:cmAuthor id="772" name="蔡建楠" initials="caijianna" lastIdx="0" clrIdx="771"/>
  <p:cmAuthor id="773" name="王 伟" initials="王" lastIdx="0" clrIdx="772"/>
  <p:cmAuthor id="774" name="10288631" initials="1" lastIdx="0" clrIdx="773"/>
  <p:cmAuthor id="775" name="mu zi" initials="mz" lastIdx="0" clrIdx="774"/>
  <p:cmAuthor id="776" name="10118178" initials="1" lastIdx="0" clrIdx="775"/>
  <p:cmAuthor id="777" name="苗丁仁10181802" initials="苗" lastIdx="0" clrIdx="776"/>
  <p:cmAuthor id="778" name="贠靖" initials="贠" lastIdx="0" clrIdx="777"/>
  <p:cmAuthor id="779" name="刘志超" initials="刘志超" lastIdx="0" clrIdx="778"/>
  <p:cmAuthor id="780" name="何 俊杰" initials="何" lastIdx="0" clrIdx="779"/>
  <p:cmAuthor id="781" name="王凯10177225" initials="王凯10177225" lastIdx="0" clrIdx="780"/>
  <p:cmAuthor id="782" name="黄译萱(联通上海市上海市分公司)" initials="MSOffice" lastIdx="0" clrIdx="781"/>
  <p:cmAuthor id="783" name="李金夏" initials="李" lastIdx="0" clrIdx="782"/>
  <p:cmAuthor id="784" name="邵丹(联通上海市上海市分公司)" initials="邵丹(联通上海市上海市分公司)" lastIdx="0" clrIdx="783"/>
  <p:cmAuthor id="785" name="马媛" initials="马" lastIdx="0" clrIdx="784"/>
  <p:cmAuthor id="786" name="Lina Hang(联通上海市上海市分公司)" initials="LH" lastIdx="0" clrIdx="785"/>
  <p:cmAuthor id="787" name="My" initials="M" lastIdx="0" clrIdx="786"/>
  <p:cmAuthor id="788" name="43387" initials="4" lastIdx="0" clrIdx="787"/>
  <p:cmAuthor id="789" name="zhang huasen" initials="zh" lastIdx="0" clrIdx="788"/>
  <p:cmAuthor id="790" name="健君" initials="G" lastIdx="0" clrIdx="789"/>
  <p:cmAuthor id="791" name="666" initials="6" lastIdx="0" clrIdx="790"/>
  <p:cmAuthor id="792" name="bai song" initials="bs" lastIdx="0" clrIdx="791"/>
  <p:cmAuthor id="793" name="yamin@avic.com" initials="y" lastIdx="0" clrIdx="792"/>
  <p:cmAuthor id="794" name="赵美玲" initials="xl" lastIdx="0" clrIdx="793"/>
  <p:cmAuthor id="795" name="Navi-Xiao.Shen" initials="i" lastIdx="0" clrIdx="794"/>
  <p:cmAuthor id="796" name="邓俊" initials="邓俊" lastIdx="0" clrIdx="795"/>
  <p:cmAuthor id="797" name="elfinhsu" initials="e" lastIdx="0" clrIdx="796"/>
  <p:cmAuthor id="798" name="i030167" initials="i" lastIdx="0" clrIdx="797"/>
  <p:cmAuthor id="799" name="x230" initials="x" lastIdx="0" clrIdx="798"/>
  <p:cmAuthor id="800" name="Sky123.Org" initials="S" lastIdx="0" clrIdx="799"/>
  <p:cmAuthor id="801" name="丽 马" initials="丽" lastIdx="0" clrIdx="800"/>
  <p:cmAuthor id="802" name="黄 如恒" initials="黄" lastIdx="0" clrIdx="801"/>
  <p:cmAuthor id="803" name="陈凌宙" initials="陈凌宙" lastIdx="0" clrIdx="802"/>
  <p:cmAuthor id="804" name="jilmy" initials="" lastIdx="0" clrIdx="803"/>
  <p:cmAuthor id="805" name="xiaoyu" initials="" lastIdx="0" clrIdx="804"/>
  <p:cmAuthor id="806" name="mac" initials="" lastIdx="0" clrIdx="805"/>
  <p:cmAuthor id="807" name="lcm" initials="" lastIdx="0" clrIdx="806"/>
  <p:cmAuthor id="808" name="Jiajia Wen (Bei Jing Di Mei Jia Yi Shu Ju)" initials="" lastIdx="0" clrIdx="807"/>
  <p:cmAuthor id="809" name="86188" initials="8" lastIdx="0" clrIdx="808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AC6A"/>
    <a:srgbClr val="F6F8FB"/>
    <a:srgbClr val="263C7D"/>
    <a:srgbClr val="F2F2F2"/>
    <a:srgbClr val="8E2434"/>
    <a:srgbClr val="A4011C"/>
    <a:srgbClr val="2350A0"/>
    <a:srgbClr val="DC5061"/>
    <a:srgbClr val="D7DAE2"/>
    <a:srgbClr val="E4E3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14" autoAdjust="0"/>
    <p:restoredTop sz="94348" autoAdjust="0"/>
  </p:normalViewPr>
  <p:slideViewPr>
    <p:cSldViewPr snapToGrid="0" showGuides="1">
      <p:cViewPr varScale="1">
        <p:scale>
          <a:sx n="72" d="100"/>
          <a:sy n="72" d="100"/>
        </p:scale>
        <p:origin x="1308" y="27"/>
      </p:cViewPr>
      <p:guideLst>
        <p:guide orient="horz" pos="2201"/>
        <p:guide pos="38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532"/>
    </p:cViewPr>
  </p:sorterViewPr>
  <p:notesViewPr>
    <p:cSldViewPr snapToGrid="0">
      <p:cViewPr varScale="1">
        <p:scale>
          <a:sx n="85" d="100"/>
          <a:sy n="85" d="100"/>
        </p:scale>
        <p:origin x="3888" y="7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9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8.xml"/><Relationship Id="rId6" Type="http://schemas.openxmlformats.org/officeDocument/2006/relationships/slide" Target="slides/slide7.xml"/><Relationship Id="rId7" Type="http://schemas.openxmlformats.org/officeDocument/2006/relationships/slide" Target="slides/slide6.xml"/><Relationship Id="rId8" Type="http://schemas.openxmlformats.org/officeDocument/2006/relationships/slide" Target="slides/slide5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ableStyles" Target="tableStyles.xml"/><Relationship Id="rId17" Type="http://schemas.openxmlformats.org/officeDocument/2006/relationships/commentAuthors" Target="commentAuthors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DE76C-6B93-4559-BAB6-E6262D15CD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B0CDAB-BCAF-4451-BDCD-73292902F63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GI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2.GIF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GI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GI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GI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GI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GIF"/><Relationship Id="rId3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GIF"/><Relationship Id="rId3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GIF"/><Relationship Id="rId3" Type="http://schemas.openxmlformats.org/officeDocument/2006/relationships/image" Target="../media/image9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GI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GI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GI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（默认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 userDrawn="1"/>
        </p:nvSpPr>
        <p:spPr>
          <a:xfrm>
            <a:off x="629899" y="6403376"/>
            <a:ext cx="2405223" cy="1689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zh-CN" altLang="en-US" sz="1100" b="0" i="0" dirty="0">
                <a:solidFill>
                  <a:schemeClr val="bg1">
                    <a:lumMod val="50000"/>
                  </a:schemeClr>
                </a:solidFill>
                <a:latin typeface="思源黑体 CN Light" panose="020B0500000000000000" pitchFamily="34" charset="-122"/>
                <a:ea typeface="思源黑体 CN Light" panose="020B0500000000000000" pitchFamily="34" charset="-122"/>
              </a:rPr>
              <a:t>@202</a:t>
            </a:r>
            <a:r>
              <a:rPr lang="en-US" altLang="zh-CN" sz="1100" b="0" i="0" dirty="0">
                <a:solidFill>
                  <a:schemeClr val="bg1">
                    <a:lumMod val="50000"/>
                  </a:schemeClr>
                </a:solidFill>
                <a:latin typeface="思源黑体 CN Light" panose="020B0500000000000000" pitchFamily="34" charset="-122"/>
                <a:ea typeface="思源黑体 CN Light" panose="020B0500000000000000" pitchFamily="34" charset="-122"/>
              </a:rPr>
              <a:t>6</a:t>
            </a:r>
            <a:r>
              <a:rPr lang="zh-CN" altLang="en-US" sz="1100" b="0" i="0" dirty="0">
                <a:solidFill>
                  <a:schemeClr val="bg1">
                    <a:lumMod val="50000"/>
                  </a:schemeClr>
                </a:solidFill>
                <a:latin typeface="思源黑体 CN Light" panose="020B0500000000000000" pitchFamily="34" charset="-122"/>
                <a:ea typeface="思源黑体 CN Light" panose="020B0500000000000000" pitchFamily="34" charset="-122"/>
              </a:rPr>
              <a:t xml:space="preserve"> 神州数码集团股份有限公司</a:t>
            </a:r>
            <a:endParaRPr lang="zh-CN" altLang="en-US" sz="1100" b="0" i="0" dirty="0">
              <a:solidFill>
                <a:schemeClr val="bg1">
                  <a:lumMod val="50000"/>
                </a:schemeClr>
              </a:solidFill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/>
          <a:srcRect r="1540"/>
          <a:stretch>
            <a:fillRect/>
          </a:stretch>
        </p:blipFill>
        <p:spPr>
          <a:xfrm>
            <a:off x="5823166" y="864535"/>
            <a:ext cx="6368834" cy="4865282"/>
          </a:xfrm>
          <a:prstGeom prst="rect">
            <a:avLst/>
          </a:prstGeom>
        </p:spPr>
      </p:pic>
      <p:pic>
        <p:nvPicPr>
          <p:cNvPr id="10" name="图片 9" descr="图片包含 文本  描述已自动生成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899" y="453950"/>
            <a:ext cx="1132773" cy="410606"/>
          </a:xfrm>
          <a:prstGeom prst="rect">
            <a:avLst/>
          </a:prstGeom>
        </p:spPr>
      </p:pic>
      <p:sp>
        <p:nvSpPr>
          <p:cNvPr id="11" name="Freeform 43"/>
          <p:cNvSpPr>
            <a:spLocks noChangeAspect="1"/>
          </p:cNvSpPr>
          <p:nvPr userDrawn="1"/>
        </p:nvSpPr>
        <p:spPr bwMode="auto">
          <a:xfrm>
            <a:off x="1913067" y="4133758"/>
            <a:ext cx="2285763" cy="57216"/>
          </a:xfrm>
          <a:custGeom>
            <a:avLst/>
            <a:gdLst>
              <a:gd name="T0" fmla="*/ 20 w 1329"/>
              <a:gd name="T1" fmla="*/ 8 h 33"/>
              <a:gd name="T2" fmla="*/ 3 w 1329"/>
              <a:gd name="T3" fmla="*/ 25 h 33"/>
              <a:gd name="T4" fmla="*/ 6 w 1329"/>
              <a:gd name="T5" fmla="*/ 33 h 33"/>
              <a:gd name="T6" fmla="*/ 1329 w 1329"/>
              <a:gd name="T7" fmla="*/ 33 h 33"/>
              <a:gd name="T8" fmla="*/ 1329 w 1329"/>
              <a:gd name="T9" fmla="*/ 0 h 33"/>
              <a:gd name="T10" fmla="*/ 39 w 1329"/>
              <a:gd name="T11" fmla="*/ 0 h 33"/>
              <a:gd name="T12" fmla="*/ 20 w 1329"/>
              <a:gd name="T13" fmla="*/ 8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29" h="33">
                <a:moveTo>
                  <a:pt x="20" y="8"/>
                </a:moveTo>
                <a:cubicBezTo>
                  <a:pt x="3" y="25"/>
                  <a:pt x="3" y="25"/>
                  <a:pt x="3" y="25"/>
                </a:cubicBezTo>
                <a:cubicBezTo>
                  <a:pt x="0" y="28"/>
                  <a:pt x="2" y="33"/>
                  <a:pt x="6" y="33"/>
                </a:cubicBezTo>
                <a:cubicBezTo>
                  <a:pt x="1329" y="33"/>
                  <a:pt x="1329" y="33"/>
                  <a:pt x="1329" y="33"/>
                </a:cubicBezTo>
                <a:cubicBezTo>
                  <a:pt x="1329" y="0"/>
                  <a:pt x="1329" y="0"/>
                  <a:pt x="1329" y="0"/>
                </a:cubicBezTo>
                <a:cubicBezTo>
                  <a:pt x="39" y="0"/>
                  <a:pt x="39" y="0"/>
                  <a:pt x="39" y="0"/>
                </a:cubicBezTo>
                <a:cubicBezTo>
                  <a:pt x="32" y="0"/>
                  <a:pt x="25" y="3"/>
                  <a:pt x="20" y="8"/>
                </a:cubicBezTo>
                <a:close/>
              </a:path>
            </a:pathLst>
          </a:custGeom>
          <a:gradFill>
            <a:gsLst>
              <a:gs pos="84000">
                <a:srgbClr val="2350A2">
                  <a:alpha val="0"/>
                </a:srgbClr>
              </a:gs>
              <a:gs pos="54000">
                <a:srgbClr val="536EAE"/>
              </a:gs>
              <a:gs pos="0">
                <a:srgbClr val="D5031C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44"/>
          <p:cNvSpPr/>
          <p:nvPr userDrawn="1"/>
        </p:nvSpPr>
        <p:spPr bwMode="auto">
          <a:xfrm>
            <a:off x="1330954" y="3715490"/>
            <a:ext cx="4931301" cy="315699"/>
          </a:xfrm>
          <a:custGeom>
            <a:avLst/>
            <a:gdLst>
              <a:gd name="T0" fmla="*/ 58 w 1559"/>
              <a:gd name="T1" fmla="*/ 24 h 98"/>
              <a:gd name="T2" fmla="*/ 9 w 1559"/>
              <a:gd name="T3" fmla="*/ 74 h 98"/>
              <a:gd name="T4" fmla="*/ 19 w 1559"/>
              <a:gd name="T5" fmla="*/ 98 h 98"/>
              <a:gd name="T6" fmla="*/ 1559 w 1559"/>
              <a:gd name="T7" fmla="*/ 98 h 98"/>
              <a:gd name="T8" fmla="*/ 1559 w 1559"/>
              <a:gd name="T9" fmla="*/ 0 h 98"/>
              <a:gd name="T10" fmla="*/ 117 w 1559"/>
              <a:gd name="T11" fmla="*/ 0 h 98"/>
              <a:gd name="T12" fmla="*/ 58 w 1559"/>
              <a:gd name="T13" fmla="*/ 24 h 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59" h="98">
                <a:moveTo>
                  <a:pt x="58" y="24"/>
                </a:moveTo>
                <a:cubicBezTo>
                  <a:pt x="9" y="74"/>
                  <a:pt x="9" y="74"/>
                  <a:pt x="9" y="74"/>
                </a:cubicBezTo>
                <a:cubicBezTo>
                  <a:pt x="0" y="82"/>
                  <a:pt x="6" y="98"/>
                  <a:pt x="19" y="98"/>
                </a:cubicBezTo>
                <a:cubicBezTo>
                  <a:pt x="1559" y="98"/>
                  <a:pt x="1559" y="98"/>
                  <a:pt x="1559" y="98"/>
                </a:cubicBezTo>
                <a:cubicBezTo>
                  <a:pt x="1559" y="0"/>
                  <a:pt x="1559" y="0"/>
                  <a:pt x="1559" y="0"/>
                </a:cubicBezTo>
                <a:cubicBezTo>
                  <a:pt x="117" y="0"/>
                  <a:pt x="117" y="0"/>
                  <a:pt x="117" y="0"/>
                </a:cubicBezTo>
                <a:cubicBezTo>
                  <a:pt x="95" y="0"/>
                  <a:pt x="74" y="9"/>
                  <a:pt x="58" y="24"/>
                </a:cubicBezTo>
                <a:close/>
              </a:path>
            </a:pathLst>
          </a:custGeom>
          <a:gradFill>
            <a:gsLst>
              <a:gs pos="51000">
                <a:srgbClr val="D5031C">
                  <a:alpha val="30000"/>
                </a:srgbClr>
              </a:gs>
              <a:gs pos="67000">
                <a:srgbClr val="D5031C">
                  <a:alpha val="0"/>
                </a:srgbClr>
              </a:gs>
              <a:gs pos="10000">
                <a:srgbClr val="D7031D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21" name="组合 20"/>
          <p:cNvGrpSpPr/>
          <p:nvPr userDrawn="1"/>
        </p:nvGrpSpPr>
        <p:grpSpPr>
          <a:xfrm>
            <a:off x="-4164087" y="2412484"/>
            <a:ext cx="3935486" cy="1391913"/>
            <a:chOff x="-4164087" y="2412484"/>
            <a:chExt cx="3935486" cy="1391913"/>
          </a:xfrm>
        </p:grpSpPr>
        <p:sp>
          <p:nvSpPr>
            <p:cNvPr id="6" name="标题 1"/>
            <p:cNvSpPr txBox="1"/>
            <p:nvPr userDrawn="1"/>
          </p:nvSpPr>
          <p:spPr>
            <a:xfrm>
              <a:off x="-4164087" y="2412484"/>
              <a:ext cx="3528907" cy="430887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4400" b="1" i="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Han Sans CN Bold" panose="020B0500000000000000" pitchFamily="34" charset="-128"/>
                  <a:ea typeface="Source Han Sans CN Bold" panose="020B0500000000000000" pitchFamily="34" charset="-128"/>
                  <a:cs typeface="+mj-cs"/>
                </a:defRPr>
              </a:lvl1pPr>
            </a:lstStyle>
            <a:p>
              <a:pPr algn="r">
                <a:lnSpc>
                  <a:spcPct val="100000"/>
                </a:lnSpc>
              </a:pPr>
              <a:r>
                <a:rPr kumimoji="1" lang="zh-CN" altLang="en-US" sz="2800" b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500000000000000" pitchFamily="34" charset="-122"/>
                  <a:ea typeface="思源黑体 CN Medium" panose="020B0500000000000000" pitchFamily="34" charset="-122"/>
                </a:rPr>
                <a:t xml:space="preserve">思源黑体 </a:t>
              </a:r>
              <a:r>
                <a:rPr kumimoji="1" lang="en-US" altLang="zh-CN" sz="2800" b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500000000000000" pitchFamily="34" charset="-122"/>
                  <a:ea typeface="思源黑体 CN Medium" panose="020B0500000000000000" pitchFamily="34" charset="-122"/>
                </a:rPr>
                <a:t>Medium 28</a:t>
              </a:r>
              <a:endParaRPr kumimoji="1" lang="zh-CN" altLang="en-US" sz="28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500000000000000" pitchFamily="34" charset="-122"/>
                <a:ea typeface="思源黑体 CN Medium" panose="020B0500000000000000" pitchFamily="34" charset="-122"/>
              </a:endParaRPr>
            </a:p>
          </p:txBody>
        </p:sp>
        <p:sp>
          <p:nvSpPr>
            <p:cNvPr id="7" name="标题 1"/>
            <p:cNvSpPr txBox="1"/>
            <p:nvPr userDrawn="1"/>
          </p:nvSpPr>
          <p:spPr>
            <a:xfrm>
              <a:off x="-3657375" y="3588953"/>
              <a:ext cx="3022195" cy="215444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4400" b="1" i="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Han Sans CN Bold" panose="020B0500000000000000" pitchFamily="34" charset="-128"/>
                  <a:ea typeface="Source Han Sans CN Bold" panose="020B0500000000000000" pitchFamily="34" charset="-128"/>
                  <a:cs typeface="+mj-cs"/>
                </a:defRPr>
              </a:lvl1pPr>
            </a:lstStyle>
            <a:p>
              <a:pPr algn="r">
                <a:lnSpc>
                  <a:spcPct val="100000"/>
                </a:lnSpc>
              </a:pPr>
              <a:r>
                <a:rPr kumimoji="1" lang="zh-CN" altLang="en-US" sz="1400" b="0" i="0" kern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500000000000000" pitchFamily="34" charset="-122"/>
                  <a:ea typeface="思源黑体 CN Light" panose="020B0500000000000000" pitchFamily="34" charset="-122"/>
                  <a:cs typeface="+mj-cs"/>
                </a:rPr>
                <a:t xml:space="preserve">思源黑体 </a:t>
              </a:r>
              <a:r>
                <a:rPr kumimoji="1" lang="en-US" altLang="zh-CN" sz="1400" b="0" i="0" kern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500000000000000" pitchFamily="34" charset="-122"/>
                  <a:ea typeface="思源黑体 CN Light" panose="020B0500000000000000" pitchFamily="34" charset="-122"/>
                  <a:cs typeface="+mj-cs"/>
                </a:rPr>
                <a:t>Normal 14</a:t>
              </a:r>
              <a:endParaRPr kumimoji="1" lang="zh-CN" altLang="en-US" sz="1400" b="0" i="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500000000000000" pitchFamily="34" charset="-122"/>
                <a:ea typeface="思源黑体 CN Light" panose="020B0500000000000000" pitchFamily="34" charset="-122"/>
                <a:cs typeface="+mj-cs"/>
              </a:endParaRPr>
            </a:p>
          </p:txBody>
        </p:sp>
        <p:cxnSp>
          <p:nvCxnSpPr>
            <p:cNvPr id="8" name="直线连接符 18"/>
            <p:cNvCxnSpPr/>
            <p:nvPr userDrawn="1"/>
          </p:nvCxnSpPr>
          <p:spPr>
            <a:xfrm flipV="1">
              <a:off x="-514865" y="2664023"/>
              <a:ext cx="286264" cy="1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线连接符 19"/>
            <p:cNvCxnSpPr/>
            <p:nvPr userDrawn="1"/>
          </p:nvCxnSpPr>
          <p:spPr>
            <a:xfrm flipV="1">
              <a:off x="-514865" y="3734834"/>
              <a:ext cx="286264" cy="1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 userDrawn="1"/>
        </p:nvGrpSpPr>
        <p:grpSpPr>
          <a:xfrm>
            <a:off x="-3422170" y="4729137"/>
            <a:ext cx="3067499" cy="2128863"/>
            <a:chOff x="-3422170" y="4729137"/>
            <a:chExt cx="3067499" cy="2128863"/>
          </a:xfrm>
        </p:grpSpPr>
        <p:grpSp>
          <p:nvGrpSpPr>
            <p:cNvPr id="3" name="组合 2"/>
            <p:cNvGrpSpPr/>
            <p:nvPr userDrawn="1"/>
          </p:nvGrpSpPr>
          <p:grpSpPr>
            <a:xfrm>
              <a:off x="-2446024" y="5973833"/>
              <a:ext cx="2091353" cy="884167"/>
              <a:chOff x="-2446024" y="5973833"/>
              <a:chExt cx="2091353" cy="884167"/>
            </a:xfrm>
          </p:grpSpPr>
          <p:sp>
            <p:nvSpPr>
              <p:cNvPr id="23" name="Freeform 44"/>
              <p:cNvSpPr>
                <a:spLocks noChangeAspect="1"/>
              </p:cNvSpPr>
              <p:nvPr userDrawn="1"/>
            </p:nvSpPr>
            <p:spPr bwMode="auto">
              <a:xfrm>
                <a:off x="-2446024" y="5973833"/>
                <a:ext cx="2091353" cy="133887"/>
              </a:xfrm>
              <a:custGeom>
                <a:avLst/>
                <a:gdLst>
                  <a:gd name="T0" fmla="*/ 58 w 1559"/>
                  <a:gd name="T1" fmla="*/ 24 h 98"/>
                  <a:gd name="T2" fmla="*/ 9 w 1559"/>
                  <a:gd name="T3" fmla="*/ 74 h 98"/>
                  <a:gd name="T4" fmla="*/ 19 w 1559"/>
                  <a:gd name="T5" fmla="*/ 98 h 98"/>
                  <a:gd name="T6" fmla="*/ 1559 w 1559"/>
                  <a:gd name="T7" fmla="*/ 98 h 98"/>
                  <a:gd name="T8" fmla="*/ 1559 w 1559"/>
                  <a:gd name="T9" fmla="*/ 0 h 98"/>
                  <a:gd name="T10" fmla="*/ 117 w 1559"/>
                  <a:gd name="T11" fmla="*/ 0 h 98"/>
                  <a:gd name="T12" fmla="*/ 58 w 1559"/>
                  <a:gd name="T13" fmla="*/ 2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59" h="98">
                    <a:moveTo>
                      <a:pt x="58" y="24"/>
                    </a:moveTo>
                    <a:cubicBezTo>
                      <a:pt x="9" y="74"/>
                      <a:pt x="9" y="74"/>
                      <a:pt x="9" y="74"/>
                    </a:cubicBezTo>
                    <a:cubicBezTo>
                      <a:pt x="0" y="82"/>
                      <a:pt x="6" y="98"/>
                      <a:pt x="19" y="98"/>
                    </a:cubicBezTo>
                    <a:cubicBezTo>
                      <a:pt x="1559" y="98"/>
                      <a:pt x="1559" y="98"/>
                      <a:pt x="1559" y="98"/>
                    </a:cubicBezTo>
                    <a:cubicBezTo>
                      <a:pt x="1559" y="0"/>
                      <a:pt x="1559" y="0"/>
                      <a:pt x="1559" y="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95" y="0"/>
                      <a:pt x="74" y="9"/>
                      <a:pt x="58" y="24"/>
                    </a:cubicBezTo>
                    <a:close/>
                  </a:path>
                </a:pathLst>
              </a:custGeom>
              <a:gradFill>
                <a:gsLst>
                  <a:gs pos="51000">
                    <a:srgbClr val="D5031C">
                      <a:alpha val="30000"/>
                    </a:srgbClr>
                  </a:gs>
                  <a:gs pos="80000">
                    <a:srgbClr val="D5031C">
                      <a:alpha val="0"/>
                    </a:srgbClr>
                  </a:gs>
                  <a:gs pos="10000">
                    <a:srgbClr val="D7031D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44"/>
              <p:cNvSpPr>
                <a:spLocks noChangeAspect="1"/>
              </p:cNvSpPr>
              <p:nvPr userDrawn="1"/>
            </p:nvSpPr>
            <p:spPr bwMode="auto">
              <a:xfrm>
                <a:off x="-2446024" y="6461967"/>
                <a:ext cx="2091353" cy="133887"/>
              </a:xfrm>
              <a:custGeom>
                <a:avLst/>
                <a:gdLst>
                  <a:gd name="T0" fmla="*/ 58 w 1559"/>
                  <a:gd name="T1" fmla="*/ 24 h 98"/>
                  <a:gd name="T2" fmla="*/ 9 w 1559"/>
                  <a:gd name="T3" fmla="*/ 74 h 98"/>
                  <a:gd name="T4" fmla="*/ 19 w 1559"/>
                  <a:gd name="T5" fmla="*/ 98 h 98"/>
                  <a:gd name="T6" fmla="*/ 1559 w 1559"/>
                  <a:gd name="T7" fmla="*/ 98 h 98"/>
                  <a:gd name="T8" fmla="*/ 1559 w 1559"/>
                  <a:gd name="T9" fmla="*/ 0 h 98"/>
                  <a:gd name="T10" fmla="*/ 117 w 1559"/>
                  <a:gd name="T11" fmla="*/ 0 h 98"/>
                  <a:gd name="T12" fmla="*/ 58 w 1559"/>
                  <a:gd name="T13" fmla="*/ 2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59" h="98">
                    <a:moveTo>
                      <a:pt x="58" y="24"/>
                    </a:moveTo>
                    <a:cubicBezTo>
                      <a:pt x="9" y="74"/>
                      <a:pt x="9" y="74"/>
                      <a:pt x="9" y="74"/>
                    </a:cubicBezTo>
                    <a:cubicBezTo>
                      <a:pt x="0" y="82"/>
                      <a:pt x="6" y="98"/>
                      <a:pt x="19" y="98"/>
                    </a:cubicBezTo>
                    <a:cubicBezTo>
                      <a:pt x="1559" y="98"/>
                      <a:pt x="1559" y="98"/>
                      <a:pt x="1559" y="98"/>
                    </a:cubicBezTo>
                    <a:cubicBezTo>
                      <a:pt x="1559" y="0"/>
                      <a:pt x="1559" y="0"/>
                      <a:pt x="1559" y="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95" y="0"/>
                      <a:pt x="74" y="9"/>
                      <a:pt x="58" y="24"/>
                    </a:cubicBezTo>
                    <a:close/>
                  </a:path>
                </a:pathLst>
              </a:custGeom>
              <a:gradFill>
                <a:gsLst>
                  <a:gs pos="84000">
                    <a:srgbClr val="2350A2">
                      <a:alpha val="0"/>
                    </a:srgbClr>
                  </a:gs>
                  <a:gs pos="54000">
                    <a:srgbClr val="536EAE"/>
                  </a:gs>
                  <a:gs pos="0">
                    <a:srgbClr val="D5031C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lvl="0"/>
                <a:endParaRPr lang="zh-CN" altLang="en-US"/>
              </a:p>
            </p:txBody>
          </p:sp>
          <p:sp>
            <p:nvSpPr>
              <p:cNvPr id="25" name="Freeform 44"/>
              <p:cNvSpPr>
                <a:spLocks noChangeAspect="1"/>
              </p:cNvSpPr>
              <p:nvPr userDrawn="1"/>
            </p:nvSpPr>
            <p:spPr bwMode="auto">
              <a:xfrm>
                <a:off x="-2446024" y="6217900"/>
                <a:ext cx="2091353" cy="133887"/>
              </a:xfrm>
              <a:custGeom>
                <a:avLst/>
                <a:gdLst>
                  <a:gd name="T0" fmla="*/ 58 w 1559"/>
                  <a:gd name="T1" fmla="*/ 24 h 98"/>
                  <a:gd name="T2" fmla="*/ 9 w 1559"/>
                  <a:gd name="T3" fmla="*/ 74 h 98"/>
                  <a:gd name="T4" fmla="*/ 19 w 1559"/>
                  <a:gd name="T5" fmla="*/ 98 h 98"/>
                  <a:gd name="T6" fmla="*/ 1559 w 1559"/>
                  <a:gd name="T7" fmla="*/ 98 h 98"/>
                  <a:gd name="T8" fmla="*/ 1559 w 1559"/>
                  <a:gd name="T9" fmla="*/ 0 h 98"/>
                  <a:gd name="T10" fmla="*/ 117 w 1559"/>
                  <a:gd name="T11" fmla="*/ 0 h 98"/>
                  <a:gd name="T12" fmla="*/ 58 w 1559"/>
                  <a:gd name="T13" fmla="*/ 2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59" h="98">
                    <a:moveTo>
                      <a:pt x="58" y="24"/>
                    </a:moveTo>
                    <a:cubicBezTo>
                      <a:pt x="9" y="74"/>
                      <a:pt x="9" y="74"/>
                      <a:pt x="9" y="74"/>
                    </a:cubicBezTo>
                    <a:cubicBezTo>
                      <a:pt x="0" y="82"/>
                      <a:pt x="6" y="98"/>
                      <a:pt x="19" y="98"/>
                    </a:cubicBezTo>
                    <a:cubicBezTo>
                      <a:pt x="1559" y="98"/>
                      <a:pt x="1559" y="98"/>
                      <a:pt x="1559" y="98"/>
                    </a:cubicBezTo>
                    <a:cubicBezTo>
                      <a:pt x="1559" y="0"/>
                      <a:pt x="1559" y="0"/>
                      <a:pt x="1559" y="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95" y="0"/>
                      <a:pt x="74" y="9"/>
                      <a:pt x="58" y="24"/>
                    </a:cubicBezTo>
                    <a:close/>
                  </a:path>
                </a:pathLst>
              </a:custGeom>
              <a:gradFill>
                <a:gsLst>
                  <a:gs pos="36000">
                    <a:srgbClr val="536EAE">
                      <a:alpha val="29691"/>
                    </a:srgbClr>
                  </a:gs>
                  <a:gs pos="80000">
                    <a:srgbClr val="536EAE">
                      <a:alpha val="0"/>
                    </a:srgbClr>
                  </a:gs>
                  <a:gs pos="10000">
                    <a:srgbClr val="536EAE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" name="Freeform 44"/>
              <p:cNvSpPr>
                <a:spLocks noChangeAspect="1"/>
              </p:cNvSpPr>
              <p:nvPr userDrawn="1"/>
            </p:nvSpPr>
            <p:spPr bwMode="auto">
              <a:xfrm>
                <a:off x="-2446024" y="6724113"/>
                <a:ext cx="2091353" cy="133887"/>
              </a:xfrm>
              <a:custGeom>
                <a:avLst/>
                <a:gdLst>
                  <a:gd name="T0" fmla="*/ 58 w 1559"/>
                  <a:gd name="T1" fmla="*/ 24 h 98"/>
                  <a:gd name="T2" fmla="*/ 9 w 1559"/>
                  <a:gd name="T3" fmla="*/ 74 h 98"/>
                  <a:gd name="T4" fmla="*/ 19 w 1559"/>
                  <a:gd name="T5" fmla="*/ 98 h 98"/>
                  <a:gd name="T6" fmla="*/ 1559 w 1559"/>
                  <a:gd name="T7" fmla="*/ 98 h 98"/>
                  <a:gd name="T8" fmla="*/ 1559 w 1559"/>
                  <a:gd name="T9" fmla="*/ 0 h 98"/>
                  <a:gd name="T10" fmla="*/ 117 w 1559"/>
                  <a:gd name="T11" fmla="*/ 0 h 98"/>
                  <a:gd name="T12" fmla="*/ 58 w 1559"/>
                  <a:gd name="T13" fmla="*/ 2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59" h="98">
                    <a:moveTo>
                      <a:pt x="58" y="24"/>
                    </a:moveTo>
                    <a:cubicBezTo>
                      <a:pt x="9" y="74"/>
                      <a:pt x="9" y="74"/>
                      <a:pt x="9" y="74"/>
                    </a:cubicBezTo>
                    <a:cubicBezTo>
                      <a:pt x="0" y="82"/>
                      <a:pt x="6" y="98"/>
                      <a:pt x="19" y="98"/>
                    </a:cubicBezTo>
                    <a:cubicBezTo>
                      <a:pt x="1559" y="98"/>
                      <a:pt x="1559" y="98"/>
                      <a:pt x="1559" y="98"/>
                    </a:cubicBezTo>
                    <a:cubicBezTo>
                      <a:pt x="1559" y="0"/>
                      <a:pt x="1559" y="0"/>
                      <a:pt x="1559" y="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95" y="0"/>
                      <a:pt x="74" y="9"/>
                      <a:pt x="58" y="24"/>
                    </a:cubicBezTo>
                    <a:close/>
                  </a:path>
                </a:pathLst>
              </a:custGeom>
              <a:gradFill>
                <a:gsLst>
                  <a:gs pos="80000">
                    <a:srgbClr val="CACCD5">
                      <a:alpha val="0"/>
                    </a:srgbClr>
                  </a:gs>
                  <a:gs pos="61000">
                    <a:srgbClr val="D7DAE3"/>
                  </a:gs>
                  <a:gs pos="3000">
                    <a:schemeClr val="bg1">
                      <a:lumMod val="5000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lvl="0"/>
                <a:endParaRPr lang="zh-CN" altLang="en-US"/>
              </a:p>
            </p:txBody>
          </p:sp>
        </p:grpSp>
        <p:sp>
          <p:nvSpPr>
            <p:cNvPr id="5" name="标题 1"/>
            <p:cNvSpPr txBox="1"/>
            <p:nvPr userDrawn="1"/>
          </p:nvSpPr>
          <p:spPr>
            <a:xfrm>
              <a:off x="-3422170" y="4729137"/>
              <a:ext cx="3022195" cy="215444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4400" b="1" i="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8"/>
                  <a:ea typeface="思源黑体 CN Bold" panose="020B0800000000000000" pitchFamily="34" charset="-128"/>
                  <a:cs typeface="+mj-cs"/>
                </a:defRPr>
              </a:lvl1pPr>
            </a:lstStyle>
            <a:p>
              <a:pPr algn="r">
                <a:lnSpc>
                  <a:spcPct val="100000"/>
                </a:lnSpc>
              </a:pPr>
              <a:r>
                <a:rPr kumimoji="1" lang="zh-CN" altLang="en-US" sz="1400" b="0" i="0" kern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500000000000000" pitchFamily="34" charset="-122"/>
                  <a:ea typeface="思源黑体 CN Light" panose="020B0500000000000000" pitchFamily="34" charset="-122"/>
                  <a:cs typeface="+mj-cs"/>
                </a:rPr>
                <a:t>请使用以下配色方案</a:t>
              </a:r>
              <a:endParaRPr kumimoji="1" lang="zh-CN" altLang="en-US" sz="1400" b="0" i="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500000000000000" pitchFamily="34" charset="-122"/>
                <a:ea typeface="思源黑体 CN Light" panose="020B0500000000000000" pitchFamily="34" charset="-122"/>
                <a:cs typeface="+mj-cs"/>
              </a:endParaRPr>
            </a:p>
          </p:txBody>
        </p:sp>
        <p:grpSp>
          <p:nvGrpSpPr>
            <p:cNvPr id="13" name="组合 12"/>
            <p:cNvGrpSpPr/>
            <p:nvPr userDrawn="1"/>
          </p:nvGrpSpPr>
          <p:grpSpPr>
            <a:xfrm>
              <a:off x="-2625744" y="5150166"/>
              <a:ext cx="2225768" cy="338260"/>
              <a:chOff x="-2625744" y="5150166"/>
              <a:chExt cx="2225768" cy="338260"/>
            </a:xfrm>
          </p:grpSpPr>
          <p:sp>
            <p:nvSpPr>
              <p:cNvPr id="14" name="圆角矩形 12"/>
              <p:cNvSpPr/>
              <p:nvPr userDrawn="1"/>
            </p:nvSpPr>
            <p:spPr>
              <a:xfrm>
                <a:off x="-2625744" y="5150166"/>
                <a:ext cx="338259" cy="338260"/>
              </a:xfrm>
              <a:prstGeom prst="roundRect">
                <a:avLst/>
              </a:prstGeom>
              <a:solidFill>
                <a:srgbClr val="D7031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5" name="圆角矩形 13"/>
              <p:cNvSpPr/>
              <p:nvPr userDrawn="1"/>
            </p:nvSpPr>
            <p:spPr>
              <a:xfrm>
                <a:off x="-2153500" y="5150166"/>
                <a:ext cx="338259" cy="338260"/>
              </a:xfrm>
              <a:prstGeom prst="roundRect">
                <a:avLst/>
              </a:prstGeom>
              <a:solidFill>
                <a:srgbClr val="682D5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7" name="圆角矩形 14"/>
              <p:cNvSpPr/>
              <p:nvPr userDrawn="1"/>
            </p:nvSpPr>
            <p:spPr>
              <a:xfrm>
                <a:off x="-1209532" y="5150166"/>
                <a:ext cx="338259" cy="338260"/>
              </a:xfrm>
              <a:prstGeom prst="round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8" name="圆角矩形 23"/>
              <p:cNvSpPr/>
              <p:nvPr userDrawn="1"/>
            </p:nvSpPr>
            <p:spPr>
              <a:xfrm>
                <a:off x="-738235" y="5150166"/>
                <a:ext cx="338259" cy="338260"/>
              </a:xfrm>
              <a:prstGeom prst="round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22" name="圆角矩形 13"/>
              <p:cNvSpPr/>
              <p:nvPr userDrawn="1"/>
            </p:nvSpPr>
            <p:spPr>
              <a:xfrm>
                <a:off x="-1681776" y="5150166"/>
                <a:ext cx="338259" cy="338260"/>
              </a:xfrm>
              <a:prstGeom prst="roundRect">
                <a:avLst/>
              </a:prstGeom>
              <a:solidFill>
                <a:srgbClr val="235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（可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0" y="-5660"/>
            <a:ext cx="12261208" cy="68636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alphaModFix amt="36000"/>
          </a:blip>
          <a:srcRect/>
          <a:stretch>
            <a:fillRect/>
          </a:stretch>
        </p:blipFill>
        <p:spPr>
          <a:xfrm>
            <a:off x="0" y="0"/>
            <a:ext cx="12261208" cy="6869766"/>
          </a:xfrm>
          <a:prstGeom prst="rect">
            <a:avLst/>
          </a:prstGeom>
          <a:ln>
            <a:noFill/>
          </a:ln>
        </p:spPr>
      </p:pic>
      <p:sp>
        <p:nvSpPr>
          <p:cNvPr id="5" name="文本框 4"/>
          <p:cNvSpPr txBox="1"/>
          <p:nvPr userDrawn="1"/>
        </p:nvSpPr>
        <p:spPr>
          <a:xfrm>
            <a:off x="629899" y="6403376"/>
            <a:ext cx="2405223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zh-CN" altLang="en-US" sz="1100" b="0" i="0" dirty="0">
                <a:solidFill>
                  <a:schemeClr val="bg1">
                    <a:lumMod val="50000"/>
                  </a:schemeClr>
                </a:solidFill>
                <a:latin typeface="思源黑体 CN Light" panose="020B0500000000000000" pitchFamily="34" charset="-122"/>
                <a:ea typeface="思源黑体 CN Light" panose="020B0500000000000000" pitchFamily="34" charset="-122"/>
              </a:rPr>
              <a:t>@2024 神州数码集团股份有限公司</a:t>
            </a:r>
            <a:endParaRPr lang="zh-CN" altLang="en-US" sz="1100" b="0" i="0" dirty="0">
              <a:solidFill>
                <a:schemeClr val="bg1">
                  <a:lumMod val="50000"/>
                </a:schemeClr>
              </a:solidFill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pic>
        <p:nvPicPr>
          <p:cNvPr id="22" name="图片 21" descr="图片包含 文本  描述已自动生成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899" y="453950"/>
            <a:ext cx="1132773" cy="410606"/>
          </a:xfrm>
          <a:prstGeom prst="rect">
            <a:avLst/>
          </a:prstGeom>
        </p:spPr>
      </p:pic>
      <p:sp>
        <p:nvSpPr>
          <p:cNvPr id="24" name="Freeform 43"/>
          <p:cNvSpPr>
            <a:spLocks noChangeAspect="1"/>
          </p:cNvSpPr>
          <p:nvPr userDrawn="1"/>
        </p:nvSpPr>
        <p:spPr bwMode="auto">
          <a:xfrm>
            <a:off x="1913067" y="4133758"/>
            <a:ext cx="2285763" cy="57216"/>
          </a:xfrm>
          <a:custGeom>
            <a:avLst/>
            <a:gdLst>
              <a:gd name="T0" fmla="*/ 20 w 1329"/>
              <a:gd name="T1" fmla="*/ 8 h 33"/>
              <a:gd name="T2" fmla="*/ 3 w 1329"/>
              <a:gd name="T3" fmla="*/ 25 h 33"/>
              <a:gd name="T4" fmla="*/ 6 w 1329"/>
              <a:gd name="T5" fmla="*/ 33 h 33"/>
              <a:gd name="T6" fmla="*/ 1329 w 1329"/>
              <a:gd name="T7" fmla="*/ 33 h 33"/>
              <a:gd name="T8" fmla="*/ 1329 w 1329"/>
              <a:gd name="T9" fmla="*/ 0 h 33"/>
              <a:gd name="T10" fmla="*/ 39 w 1329"/>
              <a:gd name="T11" fmla="*/ 0 h 33"/>
              <a:gd name="T12" fmla="*/ 20 w 1329"/>
              <a:gd name="T13" fmla="*/ 8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29" h="33">
                <a:moveTo>
                  <a:pt x="20" y="8"/>
                </a:moveTo>
                <a:cubicBezTo>
                  <a:pt x="3" y="25"/>
                  <a:pt x="3" y="25"/>
                  <a:pt x="3" y="25"/>
                </a:cubicBezTo>
                <a:cubicBezTo>
                  <a:pt x="0" y="28"/>
                  <a:pt x="2" y="33"/>
                  <a:pt x="6" y="33"/>
                </a:cubicBezTo>
                <a:cubicBezTo>
                  <a:pt x="1329" y="33"/>
                  <a:pt x="1329" y="33"/>
                  <a:pt x="1329" y="33"/>
                </a:cubicBezTo>
                <a:cubicBezTo>
                  <a:pt x="1329" y="0"/>
                  <a:pt x="1329" y="0"/>
                  <a:pt x="1329" y="0"/>
                </a:cubicBezTo>
                <a:cubicBezTo>
                  <a:pt x="39" y="0"/>
                  <a:pt x="39" y="0"/>
                  <a:pt x="39" y="0"/>
                </a:cubicBezTo>
                <a:cubicBezTo>
                  <a:pt x="32" y="0"/>
                  <a:pt x="25" y="3"/>
                  <a:pt x="20" y="8"/>
                </a:cubicBezTo>
                <a:close/>
              </a:path>
            </a:pathLst>
          </a:custGeom>
          <a:gradFill>
            <a:gsLst>
              <a:gs pos="51000">
                <a:srgbClr val="D5031C">
                  <a:alpha val="30000"/>
                </a:srgbClr>
              </a:gs>
              <a:gs pos="67000">
                <a:srgbClr val="D5031C">
                  <a:alpha val="0"/>
                </a:srgbClr>
              </a:gs>
              <a:gs pos="10000">
                <a:srgbClr val="D5031C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/>
          </a:p>
        </p:txBody>
      </p:sp>
      <p:sp>
        <p:nvSpPr>
          <p:cNvPr id="25" name="Freeform 44"/>
          <p:cNvSpPr/>
          <p:nvPr userDrawn="1"/>
        </p:nvSpPr>
        <p:spPr bwMode="auto">
          <a:xfrm>
            <a:off x="1330954" y="3715490"/>
            <a:ext cx="4931301" cy="315699"/>
          </a:xfrm>
          <a:custGeom>
            <a:avLst/>
            <a:gdLst>
              <a:gd name="T0" fmla="*/ 58 w 1559"/>
              <a:gd name="T1" fmla="*/ 24 h 98"/>
              <a:gd name="T2" fmla="*/ 9 w 1559"/>
              <a:gd name="T3" fmla="*/ 74 h 98"/>
              <a:gd name="T4" fmla="*/ 19 w 1559"/>
              <a:gd name="T5" fmla="*/ 98 h 98"/>
              <a:gd name="T6" fmla="*/ 1559 w 1559"/>
              <a:gd name="T7" fmla="*/ 98 h 98"/>
              <a:gd name="T8" fmla="*/ 1559 w 1559"/>
              <a:gd name="T9" fmla="*/ 0 h 98"/>
              <a:gd name="T10" fmla="*/ 117 w 1559"/>
              <a:gd name="T11" fmla="*/ 0 h 98"/>
              <a:gd name="T12" fmla="*/ 58 w 1559"/>
              <a:gd name="T13" fmla="*/ 24 h 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59" h="98">
                <a:moveTo>
                  <a:pt x="58" y="24"/>
                </a:moveTo>
                <a:cubicBezTo>
                  <a:pt x="9" y="74"/>
                  <a:pt x="9" y="74"/>
                  <a:pt x="9" y="74"/>
                </a:cubicBezTo>
                <a:cubicBezTo>
                  <a:pt x="0" y="82"/>
                  <a:pt x="6" y="98"/>
                  <a:pt x="19" y="98"/>
                </a:cubicBezTo>
                <a:cubicBezTo>
                  <a:pt x="1559" y="98"/>
                  <a:pt x="1559" y="98"/>
                  <a:pt x="1559" y="98"/>
                </a:cubicBezTo>
                <a:cubicBezTo>
                  <a:pt x="1559" y="0"/>
                  <a:pt x="1559" y="0"/>
                  <a:pt x="1559" y="0"/>
                </a:cubicBezTo>
                <a:cubicBezTo>
                  <a:pt x="117" y="0"/>
                  <a:pt x="117" y="0"/>
                  <a:pt x="117" y="0"/>
                </a:cubicBezTo>
                <a:cubicBezTo>
                  <a:pt x="95" y="0"/>
                  <a:pt x="74" y="9"/>
                  <a:pt x="58" y="24"/>
                </a:cubicBezTo>
                <a:close/>
              </a:path>
            </a:pathLst>
          </a:custGeom>
          <a:gradFill>
            <a:gsLst>
              <a:gs pos="80000">
                <a:srgbClr val="CACCD5">
                  <a:alpha val="0"/>
                </a:srgbClr>
              </a:gs>
              <a:gs pos="61000">
                <a:srgbClr val="D7DAE3"/>
              </a:gs>
              <a:gs pos="3000">
                <a:schemeClr val="bg1">
                  <a:lumMod val="50000"/>
                </a:schemeClr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5627167" y="-52426"/>
            <a:ext cx="6740834" cy="6941976"/>
            <a:chOff x="5554978" y="-52426"/>
            <a:chExt cx="6740834" cy="6941976"/>
          </a:xfrm>
        </p:grpSpPr>
        <p:pic>
          <p:nvPicPr>
            <p:cNvPr id="2" name="图片 1"/>
            <p:cNvPicPr>
              <a:picLocks noChangeAspect="1"/>
            </p:cNvPicPr>
            <p:nvPr userDrawn="1"/>
          </p:nvPicPr>
          <p:blipFill rotWithShape="1">
            <a:blip r:embed="rId4"/>
            <a:srcRect t="3514" r="45589" b="10511"/>
            <a:stretch>
              <a:fillRect/>
            </a:stretch>
          </p:blipFill>
          <p:spPr>
            <a:xfrm>
              <a:off x="5554978" y="-52426"/>
              <a:ext cx="6637022" cy="6941976"/>
            </a:xfrm>
            <a:prstGeom prst="rect">
              <a:avLst/>
            </a:prstGeom>
          </p:spPr>
        </p:pic>
        <p:sp>
          <p:nvSpPr>
            <p:cNvPr id="6" name="Freeform 43"/>
            <p:cNvSpPr>
              <a:spLocks noChangeAspect="1"/>
            </p:cNvSpPr>
            <p:nvPr userDrawn="1"/>
          </p:nvSpPr>
          <p:spPr bwMode="auto">
            <a:xfrm>
              <a:off x="10010049" y="302467"/>
              <a:ext cx="2285763" cy="57216"/>
            </a:xfrm>
            <a:custGeom>
              <a:avLst/>
              <a:gdLst>
                <a:gd name="T0" fmla="*/ 20 w 1329"/>
                <a:gd name="T1" fmla="*/ 8 h 33"/>
                <a:gd name="T2" fmla="*/ 3 w 1329"/>
                <a:gd name="T3" fmla="*/ 25 h 33"/>
                <a:gd name="T4" fmla="*/ 6 w 1329"/>
                <a:gd name="T5" fmla="*/ 33 h 33"/>
                <a:gd name="T6" fmla="*/ 1329 w 1329"/>
                <a:gd name="T7" fmla="*/ 33 h 33"/>
                <a:gd name="T8" fmla="*/ 1329 w 1329"/>
                <a:gd name="T9" fmla="*/ 0 h 33"/>
                <a:gd name="T10" fmla="*/ 39 w 1329"/>
                <a:gd name="T11" fmla="*/ 0 h 33"/>
                <a:gd name="T12" fmla="*/ 20 w 1329"/>
                <a:gd name="T13" fmla="*/ 8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29" h="33">
                  <a:moveTo>
                    <a:pt x="20" y="8"/>
                  </a:moveTo>
                  <a:cubicBezTo>
                    <a:pt x="3" y="25"/>
                    <a:pt x="3" y="25"/>
                    <a:pt x="3" y="25"/>
                  </a:cubicBezTo>
                  <a:cubicBezTo>
                    <a:pt x="0" y="28"/>
                    <a:pt x="2" y="33"/>
                    <a:pt x="6" y="33"/>
                  </a:cubicBezTo>
                  <a:cubicBezTo>
                    <a:pt x="1329" y="33"/>
                    <a:pt x="1329" y="33"/>
                    <a:pt x="1329" y="33"/>
                  </a:cubicBezTo>
                  <a:cubicBezTo>
                    <a:pt x="1329" y="0"/>
                    <a:pt x="1329" y="0"/>
                    <a:pt x="1329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32" y="0"/>
                    <a:pt x="25" y="3"/>
                    <a:pt x="20" y="8"/>
                  </a:cubicBezTo>
                  <a:close/>
                </a:path>
              </a:pathLst>
            </a:custGeom>
            <a:gradFill>
              <a:gsLst>
                <a:gs pos="72000">
                  <a:srgbClr val="2350A2">
                    <a:alpha val="0"/>
                  </a:srgbClr>
                </a:gs>
                <a:gs pos="29000">
                  <a:srgbClr val="536EAE"/>
                </a:gs>
                <a:gs pos="0">
                  <a:srgbClr val="D5031C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" name="Freeform 43"/>
            <p:cNvSpPr>
              <a:spLocks noChangeAspect="1"/>
            </p:cNvSpPr>
            <p:nvPr userDrawn="1"/>
          </p:nvSpPr>
          <p:spPr bwMode="auto">
            <a:xfrm>
              <a:off x="6064488" y="6480710"/>
              <a:ext cx="2285763" cy="57216"/>
            </a:xfrm>
            <a:custGeom>
              <a:avLst/>
              <a:gdLst>
                <a:gd name="T0" fmla="*/ 20 w 1329"/>
                <a:gd name="T1" fmla="*/ 8 h 33"/>
                <a:gd name="T2" fmla="*/ 3 w 1329"/>
                <a:gd name="T3" fmla="*/ 25 h 33"/>
                <a:gd name="T4" fmla="*/ 6 w 1329"/>
                <a:gd name="T5" fmla="*/ 33 h 33"/>
                <a:gd name="T6" fmla="*/ 1329 w 1329"/>
                <a:gd name="T7" fmla="*/ 33 h 33"/>
                <a:gd name="T8" fmla="*/ 1329 w 1329"/>
                <a:gd name="T9" fmla="*/ 0 h 33"/>
                <a:gd name="T10" fmla="*/ 39 w 1329"/>
                <a:gd name="T11" fmla="*/ 0 h 33"/>
                <a:gd name="T12" fmla="*/ 20 w 1329"/>
                <a:gd name="T13" fmla="*/ 8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29" h="33">
                  <a:moveTo>
                    <a:pt x="20" y="8"/>
                  </a:moveTo>
                  <a:cubicBezTo>
                    <a:pt x="3" y="25"/>
                    <a:pt x="3" y="25"/>
                    <a:pt x="3" y="25"/>
                  </a:cubicBezTo>
                  <a:cubicBezTo>
                    <a:pt x="0" y="28"/>
                    <a:pt x="2" y="33"/>
                    <a:pt x="6" y="33"/>
                  </a:cubicBezTo>
                  <a:cubicBezTo>
                    <a:pt x="1329" y="33"/>
                    <a:pt x="1329" y="33"/>
                    <a:pt x="1329" y="33"/>
                  </a:cubicBezTo>
                  <a:cubicBezTo>
                    <a:pt x="1329" y="0"/>
                    <a:pt x="1329" y="0"/>
                    <a:pt x="1329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32" y="0"/>
                    <a:pt x="25" y="3"/>
                    <a:pt x="20" y="8"/>
                  </a:cubicBezTo>
                  <a:close/>
                </a:path>
              </a:pathLst>
            </a:custGeom>
            <a:gradFill>
              <a:gsLst>
                <a:gs pos="84000">
                  <a:srgbClr val="2350A2">
                    <a:alpha val="0"/>
                  </a:srgbClr>
                </a:gs>
                <a:gs pos="54000">
                  <a:srgbClr val="536EAE"/>
                </a:gs>
                <a:gs pos="0">
                  <a:srgbClr val="D5031C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" name="Freeform 43"/>
            <p:cNvSpPr>
              <a:spLocks noChangeAspect="1"/>
            </p:cNvSpPr>
            <p:nvPr userDrawn="1"/>
          </p:nvSpPr>
          <p:spPr bwMode="auto">
            <a:xfrm>
              <a:off x="9561283" y="6803792"/>
              <a:ext cx="2285763" cy="57216"/>
            </a:xfrm>
            <a:custGeom>
              <a:avLst/>
              <a:gdLst>
                <a:gd name="T0" fmla="*/ 20 w 1329"/>
                <a:gd name="T1" fmla="*/ 8 h 33"/>
                <a:gd name="T2" fmla="*/ 3 w 1329"/>
                <a:gd name="T3" fmla="*/ 25 h 33"/>
                <a:gd name="T4" fmla="*/ 6 w 1329"/>
                <a:gd name="T5" fmla="*/ 33 h 33"/>
                <a:gd name="T6" fmla="*/ 1329 w 1329"/>
                <a:gd name="T7" fmla="*/ 33 h 33"/>
                <a:gd name="T8" fmla="*/ 1329 w 1329"/>
                <a:gd name="T9" fmla="*/ 0 h 33"/>
                <a:gd name="T10" fmla="*/ 39 w 1329"/>
                <a:gd name="T11" fmla="*/ 0 h 33"/>
                <a:gd name="T12" fmla="*/ 20 w 1329"/>
                <a:gd name="T13" fmla="*/ 8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29" h="33">
                  <a:moveTo>
                    <a:pt x="20" y="8"/>
                  </a:moveTo>
                  <a:cubicBezTo>
                    <a:pt x="3" y="25"/>
                    <a:pt x="3" y="25"/>
                    <a:pt x="3" y="25"/>
                  </a:cubicBezTo>
                  <a:cubicBezTo>
                    <a:pt x="0" y="28"/>
                    <a:pt x="2" y="33"/>
                    <a:pt x="6" y="33"/>
                  </a:cubicBezTo>
                  <a:cubicBezTo>
                    <a:pt x="1329" y="33"/>
                    <a:pt x="1329" y="33"/>
                    <a:pt x="1329" y="33"/>
                  </a:cubicBezTo>
                  <a:cubicBezTo>
                    <a:pt x="1329" y="0"/>
                    <a:pt x="1329" y="0"/>
                    <a:pt x="1329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32" y="0"/>
                    <a:pt x="25" y="3"/>
                    <a:pt x="20" y="8"/>
                  </a:cubicBezTo>
                  <a:close/>
                </a:path>
              </a:pathLst>
            </a:custGeom>
            <a:gradFill>
              <a:gsLst>
                <a:gs pos="84000">
                  <a:srgbClr val="2350A2">
                    <a:alpha val="0"/>
                  </a:srgbClr>
                </a:gs>
                <a:gs pos="54000">
                  <a:srgbClr val="536EAE"/>
                </a:gs>
                <a:gs pos="0">
                  <a:srgbClr val="D5031C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Freeform 43"/>
            <p:cNvSpPr>
              <a:spLocks noChangeAspect="1"/>
            </p:cNvSpPr>
            <p:nvPr userDrawn="1"/>
          </p:nvSpPr>
          <p:spPr bwMode="auto">
            <a:xfrm>
              <a:off x="8922547" y="4812407"/>
              <a:ext cx="2285763" cy="57216"/>
            </a:xfrm>
            <a:custGeom>
              <a:avLst/>
              <a:gdLst>
                <a:gd name="T0" fmla="*/ 20 w 1329"/>
                <a:gd name="T1" fmla="*/ 8 h 33"/>
                <a:gd name="T2" fmla="*/ 3 w 1329"/>
                <a:gd name="T3" fmla="*/ 25 h 33"/>
                <a:gd name="T4" fmla="*/ 6 w 1329"/>
                <a:gd name="T5" fmla="*/ 33 h 33"/>
                <a:gd name="T6" fmla="*/ 1329 w 1329"/>
                <a:gd name="T7" fmla="*/ 33 h 33"/>
                <a:gd name="T8" fmla="*/ 1329 w 1329"/>
                <a:gd name="T9" fmla="*/ 0 h 33"/>
                <a:gd name="T10" fmla="*/ 39 w 1329"/>
                <a:gd name="T11" fmla="*/ 0 h 33"/>
                <a:gd name="T12" fmla="*/ 20 w 1329"/>
                <a:gd name="T13" fmla="*/ 8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29" h="33">
                  <a:moveTo>
                    <a:pt x="20" y="8"/>
                  </a:moveTo>
                  <a:cubicBezTo>
                    <a:pt x="3" y="25"/>
                    <a:pt x="3" y="25"/>
                    <a:pt x="3" y="25"/>
                  </a:cubicBezTo>
                  <a:cubicBezTo>
                    <a:pt x="0" y="28"/>
                    <a:pt x="2" y="33"/>
                    <a:pt x="6" y="33"/>
                  </a:cubicBezTo>
                  <a:cubicBezTo>
                    <a:pt x="1329" y="33"/>
                    <a:pt x="1329" y="33"/>
                    <a:pt x="1329" y="33"/>
                  </a:cubicBezTo>
                  <a:cubicBezTo>
                    <a:pt x="1329" y="0"/>
                    <a:pt x="1329" y="0"/>
                    <a:pt x="1329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32" y="0"/>
                    <a:pt x="25" y="3"/>
                    <a:pt x="20" y="8"/>
                  </a:cubicBezTo>
                  <a:close/>
                </a:path>
              </a:pathLst>
            </a:custGeom>
            <a:gradFill>
              <a:gsLst>
                <a:gs pos="67000">
                  <a:srgbClr val="2350A2">
                    <a:alpha val="0"/>
                  </a:srgbClr>
                </a:gs>
                <a:gs pos="23000">
                  <a:srgbClr val="536EAE"/>
                </a:gs>
                <a:gs pos="0">
                  <a:srgbClr val="D5031C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Freeform 43"/>
            <p:cNvSpPr>
              <a:spLocks noChangeAspect="1"/>
            </p:cNvSpPr>
            <p:nvPr userDrawn="1"/>
          </p:nvSpPr>
          <p:spPr bwMode="auto">
            <a:xfrm>
              <a:off x="8359776" y="3640493"/>
              <a:ext cx="2285763" cy="57216"/>
            </a:xfrm>
            <a:custGeom>
              <a:avLst/>
              <a:gdLst>
                <a:gd name="T0" fmla="*/ 20 w 1329"/>
                <a:gd name="T1" fmla="*/ 8 h 33"/>
                <a:gd name="T2" fmla="*/ 3 w 1329"/>
                <a:gd name="T3" fmla="*/ 25 h 33"/>
                <a:gd name="T4" fmla="*/ 6 w 1329"/>
                <a:gd name="T5" fmla="*/ 33 h 33"/>
                <a:gd name="T6" fmla="*/ 1329 w 1329"/>
                <a:gd name="T7" fmla="*/ 33 h 33"/>
                <a:gd name="T8" fmla="*/ 1329 w 1329"/>
                <a:gd name="T9" fmla="*/ 0 h 33"/>
                <a:gd name="T10" fmla="*/ 39 w 1329"/>
                <a:gd name="T11" fmla="*/ 0 h 33"/>
                <a:gd name="T12" fmla="*/ 20 w 1329"/>
                <a:gd name="T13" fmla="*/ 8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29" h="33">
                  <a:moveTo>
                    <a:pt x="20" y="8"/>
                  </a:moveTo>
                  <a:cubicBezTo>
                    <a:pt x="3" y="25"/>
                    <a:pt x="3" y="25"/>
                    <a:pt x="3" y="25"/>
                  </a:cubicBezTo>
                  <a:cubicBezTo>
                    <a:pt x="0" y="28"/>
                    <a:pt x="2" y="33"/>
                    <a:pt x="6" y="33"/>
                  </a:cubicBezTo>
                  <a:cubicBezTo>
                    <a:pt x="1329" y="33"/>
                    <a:pt x="1329" y="33"/>
                    <a:pt x="1329" y="33"/>
                  </a:cubicBezTo>
                  <a:cubicBezTo>
                    <a:pt x="1329" y="0"/>
                    <a:pt x="1329" y="0"/>
                    <a:pt x="1329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32" y="0"/>
                    <a:pt x="25" y="3"/>
                    <a:pt x="20" y="8"/>
                  </a:cubicBezTo>
                  <a:close/>
                </a:path>
              </a:pathLst>
            </a:custGeom>
            <a:gradFill>
              <a:gsLst>
                <a:gs pos="67000">
                  <a:srgbClr val="2350A2">
                    <a:alpha val="0"/>
                  </a:srgbClr>
                </a:gs>
                <a:gs pos="23000">
                  <a:srgbClr val="536EAE"/>
                </a:gs>
                <a:gs pos="0">
                  <a:srgbClr val="D5031C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/>
            <a:srcRect r="68751"/>
            <a:stretch>
              <a:fillRect/>
            </a:stretch>
          </p:blipFill>
          <p:spPr>
            <a:xfrm>
              <a:off x="11671801" y="6308833"/>
              <a:ext cx="519722" cy="61337"/>
            </a:xfrm>
            <a:prstGeom prst="rect">
              <a:avLst/>
            </a:prstGeom>
          </p:spPr>
        </p:pic>
      </p:grpSp>
      <p:grpSp>
        <p:nvGrpSpPr>
          <p:cNvPr id="3" name="组合 2"/>
          <p:cNvGrpSpPr/>
          <p:nvPr userDrawn="1"/>
        </p:nvGrpSpPr>
        <p:grpSpPr>
          <a:xfrm>
            <a:off x="-3422170" y="4729137"/>
            <a:ext cx="3067499" cy="2128863"/>
            <a:chOff x="-3422170" y="4729137"/>
            <a:chExt cx="3067499" cy="2128863"/>
          </a:xfrm>
        </p:grpSpPr>
        <p:grpSp>
          <p:nvGrpSpPr>
            <p:cNvPr id="14" name="组合 13"/>
            <p:cNvGrpSpPr/>
            <p:nvPr userDrawn="1"/>
          </p:nvGrpSpPr>
          <p:grpSpPr>
            <a:xfrm>
              <a:off x="-2446024" y="5973833"/>
              <a:ext cx="2091353" cy="884167"/>
              <a:chOff x="-2446024" y="5973833"/>
              <a:chExt cx="2091353" cy="884167"/>
            </a:xfrm>
          </p:grpSpPr>
          <p:sp>
            <p:nvSpPr>
              <p:cNvPr id="30" name="Freeform 44"/>
              <p:cNvSpPr>
                <a:spLocks noChangeAspect="1"/>
              </p:cNvSpPr>
              <p:nvPr userDrawn="1"/>
            </p:nvSpPr>
            <p:spPr bwMode="auto">
              <a:xfrm>
                <a:off x="-2446024" y="5973833"/>
                <a:ext cx="2091353" cy="133887"/>
              </a:xfrm>
              <a:custGeom>
                <a:avLst/>
                <a:gdLst>
                  <a:gd name="T0" fmla="*/ 58 w 1559"/>
                  <a:gd name="T1" fmla="*/ 24 h 98"/>
                  <a:gd name="T2" fmla="*/ 9 w 1559"/>
                  <a:gd name="T3" fmla="*/ 74 h 98"/>
                  <a:gd name="T4" fmla="*/ 19 w 1559"/>
                  <a:gd name="T5" fmla="*/ 98 h 98"/>
                  <a:gd name="T6" fmla="*/ 1559 w 1559"/>
                  <a:gd name="T7" fmla="*/ 98 h 98"/>
                  <a:gd name="T8" fmla="*/ 1559 w 1559"/>
                  <a:gd name="T9" fmla="*/ 0 h 98"/>
                  <a:gd name="T10" fmla="*/ 117 w 1559"/>
                  <a:gd name="T11" fmla="*/ 0 h 98"/>
                  <a:gd name="T12" fmla="*/ 58 w 1559"/>
                  <a:gd name="T13" fmla="*/ 2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59" h="98">
                    <a:moveTo>
                      <a:pt x="58" y="24"/>
                    </a:moveTo>
                    <a:cubicBezTo>
                      <a:pt x="9" y="74"/>
                      <a:pt x="9" y="74"/>
                      <a:pt x="9" y="74"/>
                    </a:cubicBezTo>
                    <a:cubicBezTo>
                      <a:pt x="0" y="82"/>
                      <a:pt x="6" y="98"/>
                      <a:pt x="19" y="98"/>
                    </a:cubicBezTo>
                    <a:cubicBezTo>
                      <a:pt x="1559" y="98"/>
                      <a:pt x="1559" y="98"/>
                      <a:pt x="1559" y="98"/>
                    </a:cubicBezTo>
                    <a:cubicBezTo>
                      <a:pt x="1559" y="0"/>
                      <a:pt x="1559" y="0"/>
                      <a:pt x="1559" y="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95" y="0"/>
                      <a:pt x="74" y="9"/>
                      <a:pt x="58" y="24"/>
                    </a:cubicBezTo>
                    <a:close/>
                  </a:path>
                </a:pathLst>
              </a:custGeom>
              <a:gradFill>
                <a:gsLst>
                  <a:gs pos="51000">
                    <a:srgbClr val="D5031C">
                      <a:alpha val="30000"/>
                    </a:srgbClr>
                  </a:gs>
                  <a:gs pos="80000">
                    <a:srgbClr val="D5031C">
                      <a:alpha val="0"/>
                    </a:srgbClr>
                  </a:gs>
                  <a:gs pos="10000">
                    <a:srgbClr val="D7031D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" name="Freeform 44"/>
              <p:cNvSpPr>
                <a:spLocks noChangeAspect="1"/>
              </p:cNvSpPr>
              <p:nvPr userDrawn="1"/>
            </p:nvSpPr>
            <p:spPr bwMode="auto">
              <a:xfrm>
                <a:off x="-2446024" y="6461967"/>
                <a:ext cx="2091353" cy="133887"/>
              </a:xfrm>
              <a:custGeom>
                <a:avLst/>
                <a:gdLst>
                  <a:gd name="T0" fmla="*/ 58 w 1559"/>
                  <a:gd name="T1" fmla="*/ 24 h 98"/>
                  <a:gd name="T2" fmla="*/ 9 w 1559"/>
                  <a:gd name="T3" fmla="*/ 74 h 98"/>
                  <a:gd name="T4" fmla="*/ 19 w 1559"/>
                  <a:gd name="T5" fmla="*/ 98 h 98"/>
                  <a:gd name="T6" fmla="*/ 1559 w 1559"/>
                  <a:gd name="T7" fmla="*/ 98 h 98"/>
                  <a:gd name="T8" fmla="*/ 1559 w 1559"/>
                  <a:gd name="T9" fmla="*/ 0 h 98"/>
                  <a:gd name="T10" fmla="*/ 117 w 1559"/>
                  <a:gd name="T11" fmla="*/ 0 h 98"/>
                  <a:gd name="T12" fmla="*/ 58 w 1559"/>
                  <a:gd name="T13" fmla="*/ 2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59" h="98">
                    <a:moveTo>
                      <a:pt x="58" y="24"/>
                    </a:moveTo>
                    <a:cubicBezTo>
                      <a:pt x="9" y="74"/>
                      <a:pt x="9" y="74"/>
                      <a:pt x="9" y="74"/>
                    </a:cubicBezTo>
                    <a:cubicBezTo>
                      <a:pt x="0" y="82"/>
                      <a:pt x="6" y="98"/>
                      <a:pt x="19" y="98"/>
                    </a:cubicBezTo>
                    <a:cubicBezTo>
                      <a:pt x="1559" y="98"/>
                      <a:pt x="1559" y="98"/>
                      <a:pt x="1559" y="98"/>
                    </a:cubicBezTo>
                    <a:cubicBezTo>
                      <a:pt x="1559" y="0"/>
                      <a:pt x="1559" y="0"/>
                      <a:pt x="1559" y="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95" y="0"/>
                      <a:pt x="74" y="9"/>
                      <a:pt x="58" y="24"/>
                    </a:cubicBezTo>
                    <a:close/>
                  </a:path>
                </a:pathLst>
              </a:custGeom>
              <a:gradFill>
                <a:gsLst>
                  <a:gs pos="84000">
                    <a:srgbClr val="2350A2">
                      <a:alpha val="0"/>
                    </a:srgbClr>
                  </a:gs>
                  <a:gs pos="54000">
                    <a:srgbClr val="536EAE"/>
                  </a:gs>
                  <a:gs pos="0">
                    <a:srgbClr val="D5031C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lvl="0"/>
                <a:endParaRPr lang="zh-CN" altLang="en-US"/>
              </a:p>
            </p:txBody>
          </p:sp>
          <p:sp>
            <p:nvSpPr>
              <p:cNvPr id="32" name="Freeform 44"/>
              <p:cNvSpPr>
                <a:spLocks noChangeAspect="1"/>
              </p:cNvSpPr>
              <p:nvPr userDrawn="1"/>
            </p:nvSpPr>
            <p:spPr bwMode="auto">
              <a:xfrm>
                <a:off x="-2446024" y="6217900"/>
                <a:ext cx="2091353" cy="133887"/>
              </a:xfrm>
              <a:custGeom>
                <a:avLst/>
                <a:gdLst>
                  <a:gd name="T0" fmla="*/ 58 w 1559"/>
                  <a:gd name="T1" fmla="*/ 24 h 98"/>
                  <a:gd name="T2" fmla="*/ 9 w 1559"/>
                  <a:gd name="T3" fmla="*/ 74 h 98"/>
                  <a:gd name="T4" fmla="*/ 19 w 1559"/>
                  <a:gd name="T5" fmla="*/ 98 h 98"/>
                  <a:gd name="T6" fmla="*/ 1559 w 1559"/>
                  <a:gd name="T7" fmla="*/ 98 h 98"/>
                  <a:gd name="T8" fmla="*/ 1559 w 1559"/>
                  <a:gd name="T9" fmla="*/ 0 h 98"/>
                  <a:gd name="T10" fmla="*/ 117 w 1559"/>
                  <a:gd name="T11" fmla="*/ 0 h 98"/>
                  <a:gd name="T12" fmla="*/ 58 w 1559"/>
                  <a:gd name="T13" fmla="*/ 2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59" h="98">
                    <a:moveTo>
                      <a:pt x="58" y="24"/>
                    </a:moveTo>
                    <a:cubicBezTo>
                      <a:pt x="9" y="74"/>
                      <a:pt x="9" y="74"/>
                      <a:pt x="9" y="74"/>
                    </a:cubicBezTo>
                    <a:cubicBezTo>
                      <a:pt x="0" y="82"/>
                      <a:pt x="6" y="98"/>
                      <a:pt x="19" y="98"/>
                    </a:cubicBezTo>
                    <a:cubicBezTo>
                      <a:pt x="1559" y="98"/>
                      <a:pt x="1559" y="98"/>
                      <a:pt x="1559" y="98"/>
                    </a:cubicBezTo>
                    <a:cubicBezTo>
                      <a:pt x="1559" y="0"/>
                      <a:pt x="1559" y="0"/>
                      <a:pt x="1559" y="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95" y="0"/>
                      <a:pt x="74" y="9"/>
                      <a:pt x="58" y="24"/>
                    </a:cubicBezTo>
                    <a:close/>
                  </a:path>
                </a:pathLst>
              </a:custGeom>
              <a:gradFill>
                <a:gsLst>
                  <a:gs pos="36000">
                    <a:srgbClr val="536EAE">
                      <a:alpha val="29691"/>
                    </a:srgbClr>
                  </a:gs>
                  <a:gs pos="80000">
                    <a:srgbClr val="536EAE">
                      <a:alpha val="0"/>
                    </a:srgbClr>
                  </a:gs>
                  <a:gs pos="10000">
                    <a:srgbClr val="536EAE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44"/>
              <p:cNvSpPr>
                <a:spLocks noChangeAspect="1"/>
              </p:cNvSpPr>
              <p:nvPr userDrawn="1"/>
            </p:nvSpPr>
            <p:spPr bwMode="auto">
              <a:xfrm>
                <a:off x="-2446024" y="6724113"/>
                <a:ext cx="2091353" cy="133887"/>
              </a:xfrm>
              <a:custGeom>
                <a:avLst/>
                <a:gdLst>
                  <a:gd name="T0" fmla="*/ 58 w 1559"/>
                  <a:gd name="T1" fmla="*/ 24 h 98"/>
                  <a:gd name="T2" fmla="*/ 9 w 1559"/>
                  <a:gd name="T3" fmla="*/ 74 h 98"/>
                  <a:gd name="T4" fmla="*/ 19 w 1559"/>
                  <a:gd name="T5" fmla="*/ 98 h 98"/>
                  <a:gd name="T6" fmla="*/ 1559 w 1559"/>
                  <a:gd name="T7" fmla="*/ 98 h 98"/>
                  <a:gd name="T8" fmla="*/ 1559 w 1559"/>
                  <a:gd name="T9" fmla="*/ 0 h 98"/>
                  <a:gd name="T10" fmla="*/ 117 w 1559"/>
                  <a:gd name="T11" fmla="*/ 0 h 98"/>
                  <a:gd name="T12" fmla="*/ 58 w 1559"/>
                  <a:gd name="T13" fmla="*/ 2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59" h="98">
                    <a:moveTo>
                      <a:pt x="58" y="24"/>
                    </a:moveTo>
                    <a:cubicBezTo>
                      <a:pt x="9" y="74"/>
                      <a:pt x="9" y="74"/>
                      <a:pt x="9" y="74"/>
                    </a:cubicBezTo>
                    <a:cubicBezTo>
                      <a:pt x="0" y="82"/>
                      <a:pt x="6" y="98"/>
                      <a:pt x="19" y="98"/>
                    </a:cubicBezTo>
                    <a:cubicBezTo>
                      <a:pt x="1559" y="98"/>
                      <a:pt x="1559" y="98"/>
                      <a:pt x="1559" y="98"/>
                    </a:cubicBezTo>
                    <a:cubicBezTo>
                      <a:pt x="1559" y="0"/>
                      <a:pt x="1559" y="0"/>
                      <a:pt x="1559" y="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95" y="0"/>
                      <a:pt x="74" y="9"/>
                      <a:pt x="58" y="24"/>
                    </a:cubicBezTo>
                    <a:close/>
                  </a:path>
                </a:pathLst>
              </a:custGeom>
              <a:gradFill>
                <a:gsLst>
                  <a:gs pos="80000">
                    <a:srgbClr val="CACCD5">
                      <a:alpha val="0"/>
                    </a:srgbClr>
                  </a:gs>
                  <a:gs pos="61000">
                    <a:srgbClr val="D7DAE3"/>
                  </a:gs>
                  <a:gs pos="3000">
                    <a:schemeClr val="bg1">
                      <a:lumMod val="5000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lvl="0"/>
                <a:endParaRPr lang="zh-CN" altLang="en-US"/>
              </a:p>
            </p:txBody>
          </p:sp>
        </p:grpSp>
        <p:sp>
          <p:nvSpPr>
            <p:cNvPr id="16" name="标题 1"/>
            <p:cNvSpPr txBox="1"/>
            <p:nvPr userDrawn="1"/>
          </p:nvSpPr>
          <p:spPr>
            <a:xfrm>
              <a:off x="-3422170" y="4729137"/>
              <a:ext cx="3022195" cy="215444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4400" b="1" i="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8"/>
                  <a:ea typeface="思源黑体 CN Bold" panose="020B0800000000000000" pitchFamily="34" charset="-128"/>
                  <a:cs typeface="+mj-cs"/>
                </a:defRPr>
              </a:lvl1pPr>
            </a:lstStyle>
            <a:p>
              <a:pPr algn="r">
                <a:lnSpc>
                  <a:spcPct val="100000"/>
                </a:lnSpc>
              </a:pPr>
              <a:r>
                <a:rPr kumimoji="1" lang="zh-CN" altLang="en-US" sz="1400" b="0" i="0" kern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500000000000000" pitchFamily="34" charset="-122"/>
                  <a:ea typeface="思源黑体 CN Light" panose="020B0500000000000000" pitchFamily="34" charset="-122"/>
                  <a:cs typeface="+mj-cs"/>
                </a:rPr>
                <a:t>请使用以下配色方案</a:t>
              </a:r>
              <a:endParaRPr kumimoji="1" lang="zh-CN" altLang="en-US" sz="1400" b="0" i="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500000000000000" pitchFamily="34" charset="-122"/>
                <a:ea typeface="思源黑体 CN Light" panose="020B0500000000000000" pitchFamily="34" charset="-122"/>
                <a:cs typeface="+mj-cs"/>
              </a:endParaRPr>
            </a:p>
          </p:txBody>
        </p:sp>
        <p:grpSp>
          <p:nvGrpSpPr>
            <p:cNvPr id="21" name="组合 20"/>
            <p:cNvGrpSpPr/>
            <p:nvPr userDrawn="1"/>
          </p:nvGrpSpPr>
          <p:grpSpPr>
            <a:xfrm>
              <a:off x="-2625744" y="5150166"/>
              <a:ext cx="2225768" cy="338260"/>
              <a:chOff x="-2625744" y="5150166"/>
              <a:chExt cx="2225768" cy="338260"/>
            </a:xfrm>
          </p:grpSpPr>
          <p:sp>
            <p:nvSpPr>
              <p:cNvPr id="23" name="圆角矩形 12"/>
              <p:cNvSpPr/>
              <p:nvPr userDrawn="1"/>
            </p:nvSpPr>
            <p:spPr>
              <a:xfrm>
                <a:off x="-2625744" y="5150166"/>
                <a:ext cx="338259" cy="338260"/>
              </a:xfrm>
              <a:prstGeom prst="roundRect">
                <a:avLst/>
              </a:prstGeom>
              <a:solidFill>
                <a:srgbClr val="D7031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6" name="圆角矩形 13"/>
              <p:cNvSpPr/>
              <p:nvPr userDrawn="1"/>
            </p:nvSpPr>
            <p:spPr>
              <a:xfrm>
                <a:off x="-2153500" y="5150166"/>
                <a:ext cx="338259" cy="338260"/>
              </a:xfrm>
              <a:prstGeom prst="roundRect">
                <a:avLst/>
              </a:prstGeom>
              <a:solidFill>
                <a:srgbClr val="682D5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7" name="圆角矩形 14"/>
              <p:cNvSpPr/>
              <p:nvPr userDrawn="1"/>
            </p:nvSpPr>
            <p:spPr>
              <a:xfrm>
                <a:off x="-1209532" y="5150166"/>
                <a:ext cx="338259" cy="338260"/>
              </a:xfrm>
              <a:prstGeom prst="round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28" name="圆角矩形 23"/>
              <p:cNvSpPr/>
              <p:nvPr userDrawn="1"/>
            </p:nvSpPr>
            <p:spPr>
              <a:xfrm>
                <a:off x="-738235" y="5150166"/>
                <a:ext cx="338259" cy="338260"/>
              </a:xfrm>
              <a:prstGeom prst="round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29" name="圆角矩形 13"/>
              <p:cNvSpPr/>
              <p:nvPr userDrawn="1"/>
            </p:nvSpPr>
            <p:spPr>
              <a:xfrm>
                <a:off x="-1681776" y="5150166"/>
                <a:ext cx="338259" cy="338260"/>
              </a:xfrm>
              <a:prstGeom prst="roundRect">
                <a:avLst/>
              </a:prstGeom>
              <a:solidFill>
                <a:srgbClr val="235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</p:grpSp>
      <p:grpSp>
        <p:nvGrpSpPr>
          <p:cNvPr id="34" name="组合 33"/>
          <p:cNvGrpSpPr/>
          <p:nvPr userDrawn="1"/>
        </p:nvGrpSpPr>
        <p:grpSpPr>
          <a:xfrm>
            <a:off x="-4164087" y="2412484"/>
            <a:ext cx="3935486" cy="1391913"/>
            <a:chOff x="-4164087" y="2412484"/>
            <a:chExt cx="3935486" cy="1391913"/>
          </a:xfrm>
        </p:grpSpPr>
        <p:sp>
          <p:nvSpPr>
            <p:cNvPr id="35" name="标题 1"/>
            <p:cNvSpPr txBox="1"/>
            <p:nvPr userDrawn="1"/>
          </p:nvSpPr>
          <p:spPr>
            <a:xfrm>
              <a:off x="-4164087" y="2412484"/>
              <a:ext cx="3528907" cy="430887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4400" b="1" i="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Han Sans CN Bold" panose="020B0500000000000000" pitchFamily="34" charset="-128"/>
                  <a:ea typeface="Source Han Sans CN Bold" panose="020B0500000000000000" pitchFamily="34" charset="-128"/>
                  <a:cs typeface="+mj-cs"/>
                </a:defRPr>
              </a:lvl1pPr>
            </a:lstStyle>
            <a:p>
              <a:pPr algn="r">
                <a:lnSpc>
                  <a:spcPct val="100000"/>
                </a:lnSpc>
              </a:pPr>
              <a:r>
                <a:rPr kumimoji="1" lang="zh-CN" altLang="en-US" sz="2800" b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500000000000000" pitchFamily="34" charset="-122"/>
                  <a:ea typeface="思源黑体 CN Medium" panose="020B0500000000000000" pitchFamily="34" charset="-122"/>
                </a:rPr>
                <a:t xml:space="preserve">思源黑体 </a:t>
              </a:r>
              <a:r>
                <a:rPr kumimoji="1" lang="en-US" altLang="zh-CN" sz="2800" b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500000000000000" pitchFamily="34" charset="-122"/>
                  <a:ea typeface="思源黑体 CN Medium" panose="020B0500000000000000" pitchFamily="34" charset="-122"/>
                </a:rPr>
                <a:t>Medium 28</a:t>
              </a:r>
              <a:endParaRPr kumimoji="1" lang="zh-CN" altLang="en-US" sz="28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500000000000000" pitchFamily="34" charset="-122"/>
                <a:ea typeface="思源黑体 CN Medium" panose="020B0500000000000000" pitchFamily="34" charset="-122"/>
              </a:endParaRPr>
            </a:p>
          </p:txBody>
        </p:sp>
        <p:sp>
          <p:nvSpPr>
            <p:cNvPr id="36" name="标题 1"/>
            <p:cNvSpPr txBox="1"/>
            <p:nvPr userDrawn="1"/>
          </p:nvSpPr>
          <p:spPr>
            <a:xfrm>
              <a:off x="-3657375" y="3588953"/>
              <a:ext cx="3022195" cy="215444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4400" b="1" i="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Han Sans CN Bold" panose="020B0500000000000000" pitchFamily="34" charset="-128"/>
                  <a:ea typeface="Source Han Sans CN Bold" panose="020B0500000000000000" pitchFamily="34" charset="-128"/>
                  <a:cs typeface="+mj-cs"/>
                </a:defRPr>
              </a:lvl1pPr>
            </a:lstStyle>
            <a:p>
              <a:pPr algn="r">
                <a:lnSpc>
                  <a:spcPct val="100000"/>
                </a:lnSpc>
              </a:pPr>
              <a:r>
                <a:rPr kumimoji="1" lang="zh-CN" altLang="en-US" sz="1400" b="0" i="0" kern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500000000000000" pitchFamily="34" charset="-122"/>
                  <a:ea typeface="思源黑体 CN Light" panose="020B0500000000000000" pitchFamily="34" charset="-122"/>
                  <a:cs typeface="+mj-cs"/>
                </a:rPr>
                <a:t xml:space="preserve">思源黑体 </a:t>
              </a:r>
              <a:r>
                <a:rPr kumimoji="1" lang="en-US" altLang="zh-CN" sz="1400" b="0" i="0" kern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500000000000000" pitchFamily="34" charset="-122"/>
                  <a:ea typeface="思源黑体 CN Light" panose="020B0500000000000000" pitchFamily="34" charset="-122"/>
                  <a:cs typeface="+mj-cs"/>
                </a:rPr>
                <a:t>Normal 14</a:t>
              </a:r>
              <a:endParaRPr kumimoji="1" lang="zh-CN" altLang="en-US" sz="1400" b="0" i="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500000000000000" pitchFamily="34" charset="-122"/>
                <a:ea typeface="思源黑体 CN Light" panose="020B0500000000000000" pitchFamily="34" charset="-122"/>
                <a:cs typeface="+mj-cs"/>
              </a:endParaRPr>
            </a:p>
          </p:txBody>
        </p:sp>
        <p:cxnSp>
          <p:nvCxnSpPr>
            <p:cNvPr id="37" name="直线连接符 18"/>
            <p:cNvCxnSpPr/>
            <p:nvPr userDrawn="1"/>
          </p:nvCxnSpPr>
          <p:spPr>
            <a:xfrm flipV="1">
              <a:off x="-514865" y="2664023"/>
              <a:ext cx="286264" cy="1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线连接符 19"/>
            <p:cNvCxnSpPr/>
            <p:nvPr userDrawn="1"/>
          </p:nvCxnSpPr>
          <p:spPr>
            <a:xfrm flipV="1">
              <a:off x="-514865" y="3734834"/>
              <a:ext cx="286264" cy="1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 userDrawn="1"/>
        </p:nvSpPr>
        <p:spPr>
          <a:xfrm>
            <a:off x="584823" y="375026"/>
            <a:ext cx="629951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kumimoji="1"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j-cs"/>
              </a:rPr>
              <a:t>目录</a:t>
            </a:r>
            <a:endParaRPr kumimoji="1"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  <a:cs typeface="+mj-cs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/>
          <a:srcRect l="49360" r="1"/>
          <a:stretch>
            <a:fillRect/>
          </a:stretch>
        </p:blipFill>
        <p:spPr>
          <a:xfrm>
            <a:off x="8505" y="1437692"/>
            <a:ext cx="4079278" cy="5420308"/>
          </a:xfrm>
          <a:prstGeom prst="rect">
            <a:avLst/>
          </a:prstGeom>
        </p:spPr>
      </p:pic>
      <p:sp>
        <p:nvSpPr>
          <p:cNvPr id="15" name="标题 1"/>
          <p:cNvSpPr txBox="1"/>
          <p:nvPr userDrawn="1"/>
        </p:nvSpPr>
        <p:spPr>
          <a:xfrm>
            <a:off x="1276767" y="498522"/>
            <a:ext cx="1273928" cy="24622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Source Han Sans CN Bold" panose="020B0500000000000000" pitchFamily="34" charset="-128"/>
                <a:ea typeface="Source Han Sans CN Bold" panose="020B0500000000000000" pitchFamily="34" charset="-128"/>
                <a:cs typeface="+mj-cs"/>
              </a:defRPr>
            </a:lvl1pPr>
          </a:lstStyle>
          <a:p>
            <a:pPr algn="l"/>
            <a:r>
              <a:rPr kumimoji="1" lang="en-US" altLang="zh-CN" sz="16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 Medium" panose="00000600000000000000" pitchFamily="50" charset="0"/>
                <a:ea typeface="Source Han Sans CN Light" panose="020B0500000000000000" pitchFamily="34" charset="-128"/>
              </a:rPr>
              <a:t>Contents</a:t>
            </a:r>
            <a:endParaRPr kumimoji="1" lang="zh-CN" altLang="en-US" sz="1600" b="0" dirty="0">
              <a:solidFill>
                <a:schemeClr val="tx1">
                  <a:lumMod val="50000"/>
                  <a:lumOff val="50000"/>
                </a:schemeClr>
              </a:solidFill>
              <a:latin typeface="Montserrat Medium" panose="00000600000000000000" pitchFamily="50" charset="0"/>
              <a:ea typeface="Source Han Sans CN Light" panose="020B0500000000000000" pitchFamily="34" charset="-128"/>
            </a:endParaRPr>
          </a:p>
        </p:txBody>
      </p:sp>
      <p:pic>
        <p:nvPicPr>
          <p:cNvPr id="20" name="图片 19" descr="图片包含 文本  描述已自动生成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23837" y="354389"/>
            <a:ext cx="1132773" cy="410606"/>
          </a:xfrm>
          <a:prstGeom prst="rect">
            <a:avLst/>
          </a:prstGeom>
        </p:spPr>
      </p:pic>
      <p:grpSp>
        <p:nvGrpSpPr>
          <p:cNvPr id="23" name="组合 22"/>
          <p:cNvGrpSpPr/>
          <p:nvPr userDrawn="1"/>
        </p:nvGrpSpPr>
        <p:grpSpPr>
          <a:xfrm>
            <a:off x="-3298735" y="3826045"/>
            <a:ext cx="2998090" cy="553533"/>
            <a:chOff x="-3298735" y="3826045"/>
            <a:chExt cx="2998090" cy="553533"/>
          </a:xfrm>
        </p:grpSpPr>
        <p:sp>
          <p:nvSpPr>
            <p:cNvPr id="2" name="标题 1"/>
            <p:cNvSpPr txBox="1"/>
            <p:nvPr userDrawn="1"/>
          </p:nvSpPr>
          <p:spPr>
            <a:xfrm>
              <a:off x="-3298735" y="3826045"/>
              <a:ext cx="2641677" cy="338554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4400" b="1" i="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Han Sans CN Bold" panose="020B0500000000000000" pitchFamily="34" charset="-128"/>
                  <a:ea typeface="Source Han Sans CN Bold" panose="020B0500000000000000" pitchFamily="34" charset="-128"/>
                  <a:cs typeface="+mj-cs"/>
                </a:defRPr>
              </a:lvl1pPr>
            </a:lstStyle>
            <a:p>
              <a:pPr algn="l"/>
              <a:r>
                <a:rPr kumimoji="1" lang="zh-CN" altLang="en-US" sz="2200" b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 xml:space="preserve">思源黑体 </a:t>
              </a:r>
              <a:r>
                <a:rPr kumimoji="1" lang="en-US" altLang="zh-CN" sz="2200" b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Regular 22</a:t>
              </a:r>
              <a:endParaRPr kumimoji="1" lang="zh-CN" altLang="en-US" sz="2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5" name="标题 1"/>
            <p:cNvSpPr txBox="1"/>
            <p:nvPr userDrawn="1"/>
          </p:nvSpPr>
          <p:spPr>
            <a:xfrm>
              <a:off x="-2079458" y="4241079"/>
              <a:ext cx="1422400" cy="138499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4400" b="1" i="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Han Sans CN Bold" panose="020B0500000000000000" pitchFamily="34" charset="-128"/>
                  <a:ea typeface="Source Han Sans CN Bold" panose="020B0500000000000000" pitchFamily="34" charset="-128"/>
                  <a:cs typeface="+mj-cs"/>
                </a:defRPr>
              </a:lvl1pPr>
            </a:lstStyle>
            <a:p>
              <a:pPr algn="l"/>
              <a:r>
                <a:rPr kumimoji="1" lang="en-US" altLang="zh-CN" sz="900" b="0" dirty="0">
                  <a:gradFill>
                    <a:gsLst>
                      <a:gs pos="99000">
                        <a:srgbClr val="D1D1D1"/>
                      </a:gs>
                      <a:gs pos="0">
                        <a:srgbClr val="C90C29"/>
                      </a:gs>
                      <a:gs pos="38000">
                        <a:srgbClr val="774C82"/>
                      </a:gs>
                      <a:gs pos="52000">
                        <a:srgbClr val="4F6FB0"/>
                      </a:gs>
                    </a:gsLst>
                    <a:lin ang="0" scaled="0"/>
                  </a:gradFill>
                  <a:latin typeface="Montserrat Medium" panose="00000600000000000000" pitchFamily="50" charset="0"/>
                  <a:ea typeface="Source Han Sans CN Medium" panose="020B0500000000000000" pitchFamily="34" charset="-128"/>
                </a:rPr>
                <a:t>Montserrat-Medium 9</a:t>
              </a:r>
              <a:endParaRPr kumimoji="1" lang="zh-CN" altLang="en-US" sz="900" b="0" dirty="0">
                <a:gradFill>
                  <a:gsLst>
                    <a:gs pos="99000">
                      <a:srgbClr val="D1D1D1"/>
                    </a:gs>
                    <a:gs pos="0">
                      <a:srgbClr val="C90C29"/>
                    </a:gs>
                    <a:gs pos="38000">
                      <a:srgbClr val="774C82"/>
                    </a:gs>
                    <a:gs pos="52000">
                      <a:srgbClr val="4F6FB0"/>
                    </a:gs>
                  </a:gsLst>
                  <a:lin ang="0" scaled="0"/>
                </a:gradFill>
                <a:latin typeface="Montserrat Medium" panose="00000600000000000000" pitchFamily="50" charset="0"/>
                <a:ea typeface="Source Han Sans CN Medium" panose="020B0500000000000000" pitchFamily="34" charset="-128"/>
              </a:endParaRPr>
            </a:p>
          </p:txBody>
        </p:sp>
        <p:cxnSp>
          <p:nvCxnSpPr>
            <p:cNvPr id="6" name="直线连接符 26"/>
            <p:cNvCxnSpPr/>
            <p:nvPr userDrawn="1"/>
          </p:nvCxnSpPr>
          <p:spPr>
            <a:xfrm flipV="1">
              <a:off x="-586909" y="4019297"/>
              <a:ext cx="286264" cy="1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线连接符 27"/>
            <p:cNvCxnSpPr/>
            <p:nvPr userDrawn="1"/>
          </p:nvCxnSpPr>
          <p:spPr>
            <a:xfrm flipV="1">
              <a:off x="-586909" y="4327565"/>
              <a:ext cx="286264" cy="1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 userDrawn="1"/>
        </p:nvGrpSpPr>
        <p:grpSpPr>
          <a:xfrm>
            <a:off x="-3422170" y="4729137"/>
            <a:ext cx="3067499" cy="2128863"/>
            <a:chOff x="-3422170" y="4729137"/>
            <a:chExt cx="3067499" cy="2128863"/>
          </a:xfrm>
        </p:grpSpPr>
        <p:grpSp>
          <p:nvGrpSpPr>
            <p:cNvPr id="8" name="组合 7"/>
            <p:cNvGrpSpPr/>
            <p:nvPr userDrawn="1"/>
          </p:nvGrpSpPr>
          <p:grpSpPr>
            <a:xfrm>
              <a:off x="-2446024" y="5973833"/>
              <a:ext cx="2091353" cy="884167"/>
              <a:chOff x="-2446024" y="5973833"/>
              <a:chExt cx="2091353" cy="884167"/>
            </a:xfrm>
          </p:grpSpPr>
          <p:sp>
            <p:nvSpPr>
              <p:cNvPr id="18" name="Freeform 44"/>
              <p:cNvSpPr>
                <a:spLocks noChangeAspect="1"/>
              </p:cNvSpPr>
              <p:nvPr userDrawn="1"/>
            </p:nvSpPr>
            <p:spPr bwMode="auto">
              <a:xfrm>
                <a:off x="-2446024" y="5973833"/>
                <a:ext cx="2091353" cy="133887"/>
              </a:xfrm>
              <a:custGeom>
                <a:avLst/>
                <a:gdLst>
                  <a:gd name="T0" fmla="*/ 58 w 1559"/>
                  <a:gd name="T1" fmla="*/ 24 h 98"/>
                  <a:gd name="T2" fmla="*/ 9 w 1559"/>
                  <a:gd name="T3" fmla="*/ 74 h 98"/>
                  <a:gd name="T4" fmla="*/ 19 w 1559"/>
                  <a:gd name="T5" fmla="*/ 98 h 98"/>
                  <a:gd name="T6" fmla="*/ 1559 w 1559"/>
                  <a:gd name="T7" fmla="*/ 98 h 98"/>
                  <a:gd name="T8" fmla="*/ 1559 w 1559"/>
                  <a:gd name="T9" fmla="*/ 0 h 98"/>
                  <a:gd name="T10" fmla="*/ 117 w 1559"/>
                  <a:gd name="T11" fmla="*/ 0 h 98"/>
                  <a:gd name="T12" fmla="*/ 58 w 1559"/>
                  <a:gd name="T13" fmla="*/ 2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59" h="98">
                    <a:moveTo>
                      <a:pt x="58" y="24"/>
                    </a:moveTo>
                    <a:cubicBezTo>
                      <a:pt x="9" y="74"/>
                      <a:pt x="9" y="74"/>
                      <a:pt x="9" y="74"/>
                    </a:cubicBezTo>
                    <a:cubicBezTo>
                      <a:pt x="0" y="82"/>
                      <a:pt x="6" y="98"/>
                      <a:pt x="19" y="98"/>
                    </a:cubicBezTo>
                    <a:cubicBezTo>
                      <a:pt x="1559" y="98"/>
                      <a:pt x="1559" y="98"/>
                      <a:pt x="1559" y="98"/>
                    </a:cubicBezTo>
                    <a:cubicBezTo>
                      <a:pt x="1559" y="0"/>
                      <a:pt x="1559" y="0"/>
                      <a:pt x="1559" y="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95" y="0"/>
                      <a:pt x="74" y="9"/>
                      <a:pt x="58" y="24"/>
                    </a:cubicBezTo>
                    <a:close/>
                  </a:path>
                </a:pathLst>
              </a:custGeom>
              <a:gradFill>
                <a:gsLst>
                  <a:gs pos="51000">
                    <a:srgbClr val="D5031C">
                      <a:alpha val="30000"/>
                    </a:srgbClr>
                  </a:gs>
                  <a:gs pos="80000">
                    <a:srgbClr val="D5031C">
                      <a:alpha val="0"/>
                    </a:srgbClr>
                  </a:gs>
                  <a:gs pos="10000">
                    <a:srgbClr val="D7031D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" name="Freeform 44"/>
              <p:cNvSpPr>
                <a:spLocks noChangeAspect="1"/>
              </p:cNvSpPr>
              <p:nvPr userDrawn="1"/>
            </p:nvSpPr>
            <p:spPr bwMode="auto">
              <a:xfrm>
                <a:off x="-2446024" y="6461967"/>
                <a:ext cx="2091353" cy="133887"/>
              </a:xfrm>
              <a:custGeom>
                <a:avLst/>
                <a:gdLst>
                  <a:gd name="T0" fmla="*/ 58 w 1559"/>
                  <a:gd name="T1" fmla="*/ 24 h 98"/>
                  <a:gd name="T2" fmla="*/ 9 w 1559"/>
                  <a:gd name="T3" fmla="*/ 74 h 98"/>
                  <a:gd name="T4" fmla="*/ 19 w 1559"/>
                  <a:gd name="T5" fmla="*/ 98 h 98"/>
                  <a:gd name="T6" fmla="*/ 1559 w 1559"/>
                  <a:gd name="T7" fmla="*/ 98 h 98"/>
                  <a:gd name="T8" fmla="*/ 1559 w 1559"/>
                  <a:gd name="T9" fmla="*/ 0 h 98"/>
                  <a:gd name="T10" fmla="*/ 117 w 1559"/>
                  <a:gd name="T11" fmla="*/ 0 h 98"/>
                  <a:gd name="T12" fmla="*/ 58 w 1559"/>
                  <a:gd name="T13" fmla="*/ 2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59" h="98">
                    <a:moveTo>
                      <a:pt x="58" y="24"/>
                    </a:moveTo>
                    <a:cubicBezTo>
                      <a:pt x="9" y="74"/>
                      <a:pt x="9" y="74"/>
                      <a:pt x="9" y="74"/>
                    </a:cubicBezTo>
                    <a:cubicBezTo>
                      <a:pt x="0" y="82"/>
                      <a:pt x="6" y="98"/>
                      <a:pt x="19" y="98"/>
                    </a:cubicBezTo>
                    <a:cubicBezTo>
                      <a:pt x="1559" y="98"/>
                      <a:pt x="1559" y="98"/>
                      <a:pt x="1559" y="98"/>
                    </a:cubicBezTo>
                    <a:cubicBezTo>
                      <a:pt x="1559" y="0"/>
                      <a:pt x="1559" y="0"/>
                      <a:pt x="1559" y="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95" y="0"/>
                      <a:pt x="74" y="9"/>
                      <a:pt x="58" y="24"/>
                    </a:cubicBezTo>
                    <a:close/>
                  </a:path>
                </a:pathLst>
              </a:custGeom>
              <a:gradFill>
                <a:gsLst>
                  <a:gs pos="84000">
                    <a:srgbClr val="2350A2">
                      <a:alpha val="0"/>
                    </a:srgbClr>
                  </a:gs>
                  <a:gs pos="54000">
                    <a:srgbClr val="536EAE"/>
                  </a:gs>
                  <a:gs pos="0">
                    <a:srgbClr val="D5031C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lvl="0"/>
                <a:endParaRPr lang="zh-CN" altLang="en-US"/>
              </a:p>
            </p:txBody>
          </p:sp>
          <p:sp>
            <p:nvSpPr>
              <p:cNvPr id="21" name="Freeform 44"/>
              <p:cNvSpPr>
                <a:spLocks noChangeAspect="1"/>
              </p:cNvSpPr>
              <p:nvPr userDrawn="1"/>
            </p:nvSpPr>
            <p:spPr bwMode="auto">
              <a:xfrm>
                <a:off x="-2446024" y="6217900"/>
                <a:ext cx="2091353" cy="133887"/>
              </a:xfrm>
              <a:custGeom>
                <a:avLst/>
                <a:gdLst>
                  <a:gd name="T0" fmla="*/ 58 w 1559"/>
                  <a:gd name="T1" fmla="*/ 24 h 98"/>
                  <a:gd name="T2" fmla="*/ 9 w 1559"/>
                  <a:gd name="T3" fmla="*/ 74 h 98"/>
                  <a:gd name="T4" fmla="*/ 19 w 1559"/>
                  <a:gd name="T5" fmla="*/ 98 h 98"/>
                  <a:gd name="T6" fmla="*/ 1559 w 1559"/>
                  <a:gd name="T7" fmla="*/ 98 h 98"/>
                  <a:gd name="T8" fmla="*/ 1559 w 1559"/>
                  <a:gd name="T9" fmla="*/ 0 h 98"/>
                  <a:gd name="T10" fmla="*/ 117 w 1559"/>
                  <a:gd name="T11" fmla="*/ 0 h 98"/>
                  <a:gd name="T12" fmla="*/ 58 w 1559"/>
                  <a:gd name="T13" fmla="*/ 2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59" h="98">
                    <a:moveTo>
                      <a:pt x="58" y="24"/>
                    </a:moveTo>
                    <a:cubicBezTo>
                      <a:pt x="9" y="74"/>
                      <a:pt x="9" y="74"/>
                      <a:pt x="9" y="74"/>
                    </a:cubicBezTo>
                    <a:cubicBezTo>
                      <a:pt x="0" y="82"/>
                      <a:pt x="6" y="98"/>
                      <a:pt x="19" y="98"/>
                    </a:cubicBezTo>
                    <a:cubicBezTo>
                      <a:pt x="1559" y="98"/>
                      <a:pt x="1559" y="98"/>
                      <a:pt x="1559" y="98"/>
                    </a:cubicBezTo>
                    <a:cubicBezTo>
                      <a:pt x="1559" y="0"/>
                      <a:pt x="1559" y="0"/>
                      <a:pt x="1559" y="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95" y="0"/>
                      <a:pt x="74" y="9"/>
                      <a:pt x="58" y="24"/>
                    </a:cubicBezTo>
                    <a:close/>
                  </a:path>
                </a:pathLst>
              </a:custGeom>
              <a:gradFill>
                <a:gsLst>
                  <a:gs pos="36000">
                    <a:srgbClr val="536EAE">
                      <a:alpha val="29691"/>
                    </a:srgbClr>
                  </a:gs>
                  <a:gs pos="80000">
                    <a:srgbClr val="536EAE">
                      <a:alpha val="0"/>
                    </a:srgbClr>
                  </a:gs>
                  <a:gs pos="10000">
                    <a:srgbClr val="536EAE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Freeform 44"/>
              <p:cNvSpPr>
                <a:spLocks noChangeAspect="1"/>
              </p:cNvSpPr>
              <p:nvPr userDrawn="1"/>
            </p:nvSpPr>
            <p:spPr bwMode="auto">
              <a:xfrm>
                <a:off x="-2446024" y="6724113"/>
                <a:ext cx="2091353" cy="133887"/>
              </a:xfrm>
              <a:custGeom>
                <a:avLst/>
                <a:gdLst>
                  <a:gd name="T0" fmla="*/ 58 w 1559"/>
                  <a:gd name="T1" fmla="*/ 24 h 98"/>
                  <a:gd name="T2" fmla="*/ 9 w 1559"/>
                  <a:gd name="T3" fmla="*/ 74 h 98"/>
                  <a:gd name="T4" fmla="*/ 19 w 1559"/>
                  <a:gd name="T5" fmla="*/ 98 h 98"/>
                  <a:gd name="T6" fmla="*/ 1559 w 1559"/>
                  <a:gd name="T7" fmla="*/ 98 h 98"/>
                  <a:gd name="T8" fmla="*/ 1559 w 1559"/>
                  <a:gd name="T9" fmla="*/ 0 h 98"/>
                  <a:gd name="T10" fmla="*/ 117 w 1559"/>
                  <a:gd name="T11" fmla="*/ 0 h 98"/>
                  <a:gd name="T12" fmla="*/ 58 w 1559"/>
                  <a:gd name="T13" fmla="*/ 2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59" h="98">
                    <a:moveTo>
                      <a:pt x="58" y="24"/>
                    </a:moveTo>
                    <a:cubicBezTo>
                      <a:pt x="9" y="74"/>
                      <a:pt x="9" y="74"/>
                      <a:pt x="9" y="74"/>
                    </a:cubicBezTo>
                    <a:cubicBezTo>
                      <a:pt x="0" y="82"/>
                      <a:pt x="6" y="98"/>
                      <a:pt x="19" y="98"/>
                    </a:cubicBezTo>
                    <a:cubicBezTo>
                      <a:pt x="1559" y="98"/>
                      <a:pt x="1559" y="98"/>
                      <a:pt x="1559" y="98"/>
                    </a:cubicBezTo>
                    <a:cubicBezTo>
                      <a:pt x="1559" y="0"/>
                      <a:pt x="1559" y="0"/>
                      <a:pt x="1559" y="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95" y="0"/>
                      <a:pt x="74" y="9"/>
                      <a:pt x="58" y="24"/>
                    </a:cubicBezTo>
                    <a:close/>
                  </a:path>
                </a:pathLst>
              </a:custGeom>
              <a:gradFill>
                <a:gsLst>
                  <a:gs pos="80000">
                    <a:srgbClr val="CACCD5">
                      <a:alpha val="0"/>
                    </a:srgbClr>
                  </a:gs>
                  <a:gs pos="61000">
                    <a:srgbClr val="D7DAE3"/>
                  </a:gs>
                  <a:gs pos="3000">
                    <a:schemeClr val="bg1">
                      <a:lumMod val="5000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lvl="0"/>
                <a:endParaRPr lang="zh-CN" altLang="en-US"/>
              </a:p>
            </p:txBody>
          </p:sp>
        </p:grpSp>
        <p:sp>
          <p:nvSpPr>
            <p:cNvPr id="9" name="标题 1"/>
            <p:cNvSpPr txBox="1"/>
            <p:nvPr userDrawn="1"/>
          </p:nvSpPr>
          <p:spPr>
            <a:xfrm>
              <a:off x="-3422170" y="4729137"/>
              <a:ext cx="3022195" cy="215444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4400" b="1" i="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8"/>
                  <a:ea typeface="思源黑体 CN Bold" panose="020B0800000000000000" pitchFamily="34" charset="-128"/>
                  <a:cs typeface="+mj-cs"/>
                </a:defRPr>
              </a:lvl1pPr>
            </a:lstStyle>
            <a:p>
              <a:pPr algn="r">
                <a:lnSpc>
                  <a:spcPct val="100000"/>
                </a:lnSpc>
              </a:pPr>
              <a:r>
                <a:rPr kumimoji="1" lang="zh-CN" altLang="en-US" sz="1400" b="0" i="0" kern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500000000000000" pitchFamily="34" charset="-122"/>
                  <a:ea typeface="思源黑体 CN Light" panose="020B0500000000000000" pitchFamily="34" charset="-122"/>
                  <a:cs typeface="+mj-cs"/>
                </a:rPr>
                <a:t>请使用以下配色方案</a:t>
              </a:r>
              <a:endParaRPr kumimoji="1" lang="zh-CN" altLang="en-US" sz="1400" b="0" i="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500000000000000" pitchFamily="34" charset="-122"/>
                <a:ea typeface="思源黑体 CN Light" panose="020B0500000000000000" pitchFamily="34" charset="-122"/>
                <a:cs typeface="+mj-cs"/>
              </a:endParaRPr>
            </a:p>
          </p:txBody>
        </p:sp>
        <p:grpSp>
          <p:nvGrpSpPr>
            <p:cNvPr id="10" name="组合 9"/>
            <p:cNvGrpSpPr/>
            <p:nvPr userDrawn="1"/>
          </p:nvGrpSpPr>
          <p:grpSpPr>
            <a:xfrm>
              <a:off x="-2625744" y="5150166"/>
              <a:ext cx="2225768" cy="338260"/>
              <a:chOff x="-2625744" y="5150166"/>
              <a:chExt cx="2225768" cy="338260"/>
            </a:xfrm>
          </p:grpSpPr>
          <p:sp>
            <p:nvSpPr>
              <p:cNvPr id="11" name="圆角矩形 12"/>
              <p:cNvSpPr/>
              <p:nvPr userDrawn="1"/>
            </p:nvSpPr>
            <p:spPr>
              <a:xfrm>
                <a:off x="-2625744" y="5150166"/>
                <a:ext cx="338259" cy="338260"/>
              </a:xfrm>
              <a:prstGeom prst="roundRect">
                <a:avLst/>
              </a:prstGeom>
              <a:solidFill>
                <a:srgbClr val="D7031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2" name="圆角矩形 13"/>
              <p:cNvSpPr/>
              <p:nvPr userDrawn="1"/>
            </p:nvSpPr>
            <p:spPr>
              <a:xfrm>
                <a:off x="-2153500" y="5150166"/>
                <a:ext cx="338259" cy="338260"/>
              </a:xfrm>
              <a:prstGeom prst="roundRect">
                <a:avLst/>
              </a:prstGeom>
              <a:solidFill>
                <a:srgbClr val="682D5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3" name="圆角矩形 14"/>
              <p:cNvSpPr/>
              <p:nvPr userDrawn="1"/>
            </p:nvSpPr>
            <p:spPr>
              <a:xfrm>
                <a:off x="-1209532" y="5150166"/>
                <a:ext cx="338259" cy="338260"/>
              </a:xfrm>
              <a:prstGeom prst="round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6" name="圆角矩形 23"/>
              <p:cNvSpPr/>
              <p:nvPr userDrawn="1"/>
            </p:nvSpPr>
            <p:spPr>
              <a:xfrm>
                <a:off x="-738235" y="5150166"/>
                <a:ext cx="338259" cy="338260"/>
              </a:xfrm>
              <a:prstGeom prst="round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7" name="圆角矩形 13"/>
              <p:cNvSpPr/>
              <p:nvPr userDrawn="1"/>
            </p:nvSpPr>
            <p:spPr>
              <a:xfrm>
                <a:off x="-1681776" y="5150166"/>
                <a:ext cx="338259" cy="338260"/>
              </a:xfrm>
              <a:prstGeom prst="roundRect">
                <a:avLst/>
              </a:prstGeom>
              <a:solidFill>
                <a:srgbClr val="235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（空白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/>
        </p:nvGrpSpPr>
        <p:grpSpPr>
          <a:xfrm>
            <a:off x="715989" y="6712908"/>
            <a:ext cx="11860488" cy="153043"/>
            <a:chOff x="715989" y="6712908"/>
            <a:chExt cx="11860488" cy="153043"/>
          </a:xfrm>
        </p:grpSpPr>
        <p:sp>
          <p:nvSpPr>
            <p:cNvPr id="9" name="任意多边形: 形状 44"/>
            <p:cNvSpPr/>
            <p:nvPr/>
          </p:nvSpPr>
          <p:spPr>
            <a:xfrm>
              <a:off x="10914819" y="6712908"/>
              <a:ext cx="1661658" cy="51864"/>
            </a:xfrm>
            <a:custGeom>
              <a:avLst/>
              <a:gdLst>
                <a:gd name="connsiteX0" fmla="*/ 50602 w 2957060"/>
                <a:gd name="connsiteY0" fmla="*/ 22860 h 92297"/>
                <a:gd name="connsiteX1" fmla="*/ 3930 w 2957060"/>
                <a:gd name="connsiteY1" fmla="*/ 69533 h 92297"/>
                <a:gd name="connsiteX2" fmla="*/ 13359 w 2957060"/>
                <a:gd name="connsiteY2" fmla="*/ 92297 h 92297"/>
                <a:gd name="connsiteX3" fmla="*/ 2957061 w 2957060"/>
                <a:gd name="connsiteY3" fmla="*/ 92297 h 92297"/>
                <a:gd name="connsiteX4" fmla="*/ 2957061 w 2957060"/>
                <a:gd name="connsiteY4" fmla="*/ 0 h 92297"/>
                <a:gd name="connsiteX5" fmla="*/ 105657 w 2957060"/>
                <a:gd name="connsiteY5" fmla="*/ 0 h 92297"/>
                <a:gd name="connsiteX6" fmla="*/ 50602 w 2957060"/>
                <a:gd name="connsiteY6" fmla="*/ 22860 h 9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57060" h="92297">
                  <a:moveTo>
                    <a:pt x="50602" y="22860"/>
                  </a:moveTo>
                  <a:lnTo>
                    <a:pt x="3930" y="69533"/>
                  </a:lnTo>
                  <a:cubicBezTo>
                    <a:pt x="-4452" y="77915"/>
                    <a:pt x="1453" y="92297"/>
                    <a:pt x="13359" y="92297"/>
                  </a:cubicBezTo>
                  <a:lnTo>
                    <a:pt x="2957061" y="92297"/>
                  </a:lnTo>
                  <a:lnTo>
                    <a:pt x="2957061" y="0"/>
                  </a:lnTo>
                  <a:lnTo>
                    <a:pt x="105657" y="0"/>
                  </a:lnTo>
                  <a:cubicBezTo>
                    <a:pt x="84987" y="0"/>
                    <a:pt x="65175" y="8192"/>
                    <a:pt x="50602" y="22860"/>
                  </a:cubicBezTo>
                  <a:close/>
                </a:path>
              </a:pathLst>
            </a:custGeom>
            <a:gradFill>
              <a:gsLst>
                <a:gs pos="85000">
                  <a:srgbClr val="2350A2">
                    <a:alpha val="0"/>
                  </a:srgbClr>
                </a:gs>
                <a:gs pos="0">
                  <a:srgbClr val="2350A2">
                    <a:alpha val="6100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715989" y="6808351"/>
              <a:ext cx="11426579" cy="57600"/>
              <a:chOff x="4131123" y="6530935"/>
              <a:chExt cx="11426579" cy="57600"/>
            </a:xfrm>
          </p:grpSpPr>
          <p:sp>
            <p:nvSpPr>
              <p:cNvPr id="11" name="Freeform 39"/>
              <p:cNvSpPr/>
              <p:nvPr/>
            </p:nvSpPr>
            <p:spPr bwMode="auto">
              <a:xfrm>
                <a:off x="4131123" y="6530935"/>
                <a:ext cx="2507875" cy="55880"/>
              </a:xfrm>
              <a:custGeom>
                <a:avLst/>
                <a:gdLst>
                  <a:gd name="T0" fmla="*/ 20 w 1568"/>
                  <a:gd name="T1" fmla="*/ 8 h 32"/>
                  <a:gd name="T2" fmla="*/ 3 w 1568"/>
                  <a:gd name="T3" fmla="*/ 24 h 32"/>
                  <a:gd name="T4" fmla="*/ 7 w 1568"/>
                  <a:gd name="T5" fmla="*/ 32 h 32"/>
                  <a:gd name="T6" fmla="*/ 1568 w 1568"/>
                  <a:gd name="T7" fmla="*/ 32 h 32"/>
                  <a:gd name="T8" fmla="*/ 1568 w 1568"/>
                  <a:gd name="T9" fmla="*/ 0 h 32"/>
                  <a:gd name="T10" fmla="*/ 39 w 1568"/>
                  <a:gd name="T11" fmla="*/ 0 h 32"/>
                  <a:gd name="T12" fmla="*/ 20 w 1568"/>
                  <a:gd name="T13" fmla="*/ 8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68" h="32">
                    <a:moveTo>
                      <a:pt x="20" y="8"/>
                    </a:moveTo>
                    <a:cubicBezTo>
                      <a:pt x="3" y="24"/>
                      <a:pt x="3" y="24"/>
                      <a:pt x="3" y="24"/>
                    </a:cubicBezTo>
                    <a:cubicBezTo>
                      <a:pt x="0" y="27"/>
                      <a:pt x="2" y="32"/>
                      <a:pt x="7" y="32"/>
                    </a:cubicBezTo>
                    <a:cubicBezTo>
                      <a:pt x="1568" y="32"/>
                      <a:pt x="1568" y="32"/>
                      <a:pt x="1568" y="32"/>
                    </a:cubicBezTo>
                    <a:cubicBezTo>
                      <a:pt x="1568" y="0"/>
                      <a:pt x="1568" y="0"/>
                      <a:pt x="1568" y="0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32" y="0"/>
                      <a:pt x="25" y="3"/>
                      <a:pt x="20" y="8"/>
                    </a:cubicBezTo>
                    <a:close/>
                  </a:path>
                </a:pathLst>
              </a:custGeom>
              <a:solidFill>
                <a:srgbClr val="D5031C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6489816" y="6530935"/>
                <a:ext cx="9067886" cy="57600"/>
              </a:xfrm>
              <a:prstGeom prst="rect">
                <a:avLst/>
              </a:prstGeom>
              <a:gradFill>
                <a:gsLst>
                  <a:gs pos="70000">
                    <a:srgbClr val="D5031C">
                      <a:alpha val="30000"/>
                    </a:srgbClr>
                  </a:gs>
                  <a:gs pos="98000">
                    <a:srgbClr val="D5031C">
                      <a:alpha val="0"/>
                    </a:srgbClr>
                  </a:gs>
                  <a:gs pos="0">
                    <a:srgbClr val="D5031C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pic>
        <p:nvPicPr>
          <p:cNvPr id="16" name="图片 15" descr="图片包含 文本  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23837" y="354389"/>
            <a:ext cx="1132773" cy="410606"/>
          </a:xfrm>
          <a:prstGeom prst="rect">
            <a:avLst/>
          </a:prstGeom>
        </p:spPr>
      </p:pic>
      <p:grpSp>
        <p:nvGrpSpPr>
          <p:cNvPr id="3" name="组合 2"/>
          <p:cNvGrpSpPr/>
          <p:nvPr userDrawn="1"/>
        </p:nvGrpSpPr>
        <p:grpSpPr>
          <a:xfrm>
            <a:off x="-4095953" y="135173"/>
            <a:ext cx="3867352" cy="742305"/>
            <a:chOff x="-4095953" y="135173"/>
            <a:chExt cx="3867352" cy="742305"/>
          </a:xfrm>
        </p:grpSpPr>
        <p:sp>
          <p:nvSpPr>
            <p:cNvPr id="4" name="标题 1"/>
            <p:cNvSpPr txBox="1"/>
            <p:nvPr/>
          </p:nvSpPr>
          <p:spPr>
            <a:xfrm>
              <a:off x="-4095953" y="135173"/>
              <a:ext cx="3468581" cy="430887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4400" b="1" i="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Han Sans CN Bold" panose="020B0500000000000000" pitchFamily="34" charset="-128"/>
                  <a:ea typeface="Source Han Sans CN Bold" panose="020B0500000000000000" pitchFamily="34" charset="-128"/>
                  <a:cs typeface="+mj-cs"/>
                </a:defRPr>
              </a:lvl1pPr>
            </a:lstStyle>
            <a:p>
              <a:pPr algn="r">
                <a:lnSpc>
                  <a:spcPct val="100000"/>
                </a:lnSpc>
              </a:pPr>
              <a:r>
                <a:rPr kumimoji="1" lang="zh-CN" altLang="en-US" sz="2800" b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500000000000000" pitchFamily="34" charset="-122"/>
                  <a:ea typeface="思源黑体 CN Medium" panose="020B0500000000000000" pitchFamily="34" charset="-122"/>
                </a:rPr>
                <a:t xml:space="preserve">思源黑体 </a:t>
              </a:r>
              <a:r>
                <a:rPr kumimoji="1" lang="en-US" altLang="zh-CN" sz="2800" b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500000000000000" pitchFamily="34" charset="-122"/>
                  <a:ea typeface="思源黑体 CN Medium" panose="020B0500000000000000" pitchFamily="34" charset="-122"/>
                </a:rPr>
                <a:t>Medium 28</a:t>
              </a:r>
              <a:endParaRPr kumimoji="1" lang="zh-CN" altLang="en-US" sz="28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500000000000000" pitchFamily="34" charset="-122"/>
                <a:ea typeface="思源黑体 CN Medium" panose="020B0500000000000000" pitchFamily="34" charset="-122"/>
              </a:endParaRPr>
            </a:p>
          </p:txBody>
        </p:sp>
        <p:sp>
          <p:nvSpPr>
            <p:cNvPr id="5" name="标题 1"/>
            <p:cNvSpPr txBox="1"/>
            <p:nvPr/>
          </p:nvSpPr>
          <p:spPr>
            <a:xfrm>
              <a:off x="-3649567" y="600479"/>
              <a:ext cx="3022195" cy="276999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4400" b="1" i="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Han Sans CN Bold" panose="020B0500000000000000" pitchFamily="34" charset="-128"/>
                  <a:ea typeface="Source Han Sans CN Bold" panose="020B0500000000000000" pitchFamily="34" charset="-128"/>
                  <a:cs typeface="+mj-cs"/>
                </a:defRPr>
              </a:lvl1pPr>
            </a:lstStyle>
            <a:p>
              <a:pPr algn="r">
                <a:lnSpc>
                  <a:spcPct val="100000"/>
                </a:lnSpc>
              </a:pPr>
              <a:r>
                <a:rPr kumimoji="1" lang="zh-CN" altLang="en-US" sz="1800" b="0" i="0" kern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500000000000000" pitchFamily="34" charset="-122"/>
                  <a:ea typeface="思源黑体 CN Light" panose="020B0500000000000000" pitchFamily="34" charset="-122"/>
                  <a:cs typeface="+mj-cs"/>
                </a:rPr>
                <a:t xml:space="preserve">思源黑体 </a:t>
              </a:r>
              <a:r>
                <a:rPr kumimoji="1" lang="en-US" altLang="zh-CN" sz="1800" b="0" i="0" kern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500000000000000" pitchFamily="34" charset="-122"/>
                  <a:ea typeface="思源黑体 CN Light" panose="020B0500000000000000" pitchFamily="34" charset="-122"/>
                  <a:cs typeface="+mj-cs"/>
                </a:rPr>
                <a:t>Light  18</a:t>
              </a:r>
              <a:endParaRPr kumimoji="1" lang="zh-CN" altLang="en-US" sz="1800" b="0" i="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500000000000000" pitchFamily="34" charset="-122"/>
                <a:ea typeface="思源黑体 CN Light" panose="020B0500000000000000" pitchFamily="34" charset="-122"/>
                <a:cs typeface="+mj-cs"/>
              </a:endParaRPr>
            </a:p>
          </p:txBody>
        </p:sp>
        <p:cxnSp>
          <p:nvCxnSpPr>
            <p:cNvPr id="6" name="直线连接符 22"/>
            <p:cNvCxnSpPr/>
            <p:nvPr/>
          </p:nvCxnSpPr>
          <p:spPr>
            <a:xfrm flipV="1">
              <a:off x="-514865" y="355660"/>
              <a:ext cx="286264" cy="1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线连接符 24"/>
            <p:cNvCxnSpPr/>
            <p:nvPr/>
          </p:nvCxnSpPr>
          <p:spPr>
            <a:xfrm flipV="1">
              <a:off x="-514865" y="728639"/>
              <a:ext cx="286264" cy="1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 userDrawn="1"/>
        </p:nvGrpSpPr>
        <p:grpSpPr>
          <a:xfrm>
            <a:off x="-3422170" y="4729137"/>
            <a:ext cx="3067499" cy="2128863"/>
            <a:chOff x="-3422170" y="4729137"/>
            <a:chExt cx="3067499" cy="2128863"/>
          </a:xfrm>
        </p:grpSpPr>
        <p:grpSp>
          <p:nvGrpSpPr>
            <p:cNvPr id="13" name="组合 12"/>
            <p:cNvGrpSpPr/>
            <p:nvPr userDrawn="1"/>
          </p:nvGrpSpPr>
          <p:grpSpPr>
            <a:xfrm>
              <a:off x="-2446024" y="5973833"/>
              <a:ext cx="2091353" cy="884167"/>
              <a:chOff x="-2446024" y="5973833"/>
              <a:chExt cx="2091353" cy="884167"/>
            </a:xfrm>
          </p:grpSpPr>
          <p:sp>
            <p:nvSpPr>
              <p:cNvPr id="23" name="Freeform 44"/>
              <p:cNvSpPr>
                <a:spLocks noChangeAspect="1"/>
              </p:cNvSpPr>
              <p:nvPr userDrawn="1"/>
            </p:nvSpPr>
            <p:spPr bwMode="auto">
              <a:xfrm>
                <a:off x="-2446024" y="5973833"/>
                <a:ext cx="2091353" cy="133887"/>
              </a:xfrm>
              <a:custGeom>
                <a:avLst/>
                <a:gdLst>
                  <a:gd name="T0" fmla="*/ 58 w 1559"/>
                  <a:gd name="T1" fmla="*/ 24 h 98"/>
                  <a:gd name="T2" fmla="*/ 9 w 1559"/>
                  <a:gd name="T3" fmla="*/ 74 h 98"/>
                  <a:gd name="T4" fmla="*/ 19 w 1559"/>
                  <a:gd name="T5" fmla="*/ 98 h 98"/>
                  <a:gd name="T6" fmla="*/ 1559 w 1559"/>
                  <a:gd name="T7" fmla="*/ 98 h 98"/>
                  <a:gd name="T8" fmla="*/ 1559 w 1559"/>
                  <a:gd name="T9" fmla="*/ 0 h 98"/>
                  <a:gd name="T10" fmla="*/ 117 w 1559"/>
                  <a:gd name="T11" fmla="*/ 0 h 98"/>
                  <a:gd name="T12" fmla="*/ 58 w 1559"/>
                  <a:gd name="T13" fmla="*/ 2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59" h="98">
                    <a:moveTo>
                      <a:pt x="58" y="24"/>
                    </a:moveTo>
                    <a:cubicBezTo>
                      <a:pt x="9" y="74"/>
                      <a:pt x="9" y="74"/>
                      <a:pt x="9" y="74"/>
                    </a:cubicBezTo>
                    <a:cubicBezTo>
                      <a:pt x="0" y="82"/>
                      <a:pt x="6" y="98"/>
                      <a:pt x="19" y="98"/>
                    </a:cubicBezTo>
                    <a:cubicBezTo>
                      <a:pt x="1559" y="98"/>
                      <a:pt x="1559" y="98"/>
                      <a:pt x="1559" y="98"/>
                    </a:cubicBezTo>
                    <a:cubicBezTo>
                      <a:pt x="1559" y="0"/>
                      <a:pt x="1559" y="0"/>
                      <a:pt x="1559" y="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95" y="0"/>
                      <a:pt x="74" y="9"/>
                      <a:pt x="58" y="24"/>
                    </a:cubicBezTo>
                    <a:close/>
                  </a:path>
                </a:pathLst>
              </a:custGeom>
              <a:gradFill>
                <a:gsLst>
                  <a:gs pos="51000">
                    <a:srgbClr val="D5031C">
                      <a:alpha val="30000"/>
                    </a:srgbClr>
                  </a:gs>
                  <a:gs pos="80000">
                    <a:srgbClr val="D5031C">
                      <a:alpha val="0"/>
                    </a:srgbClr>
                  </a:gs>
                  <a:gs pos="10000">
                    <a:srgbClr val="D7031D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44"/>
              <p:cNvSpPr>
                <a:spLocks noChangeAspect="1"/>
              </p:cNvSpPr>
              <p:nvPr userDrawn="1"/>
            </p:nvSpPr>
            <p:spPr bwMode="auto">
              <a:xfrm>
                <a:off x="-2446024" y="6461967"/>
                <a:ext cx="2091353" cy="133887"/>
              </a:xfrm>
              <a:custGeom>
                <a:avLst/>
                <a:gdLst>
                  <a:gd name="T0" fmla="*/ 58 w 1559"/>
                  <a:gd name="T1" fmla="*/ 24 h 98"/>
                  <a:gd name="T2" fmla="*/ 9 w 1559"/>
                  <a:gd name="T3" fmla="*/ 74 h 98"/>
                  <a:gd name="T4" fmla="*/ 19 w 1559"/>
                  <a:gd name="T5" fmla="*/ 98 h 98"/>
                  <a:gd name="T6" fmla="*/ 1559 w 1559"/>
                  <a:gd name="T7" fmla="*/ 98 h 98"/>
                  <a:gd name="T8" fmla="*/ 1559 w 1559"/>
                  <a:gd name="T9" fmla="*/ 0 h 98"/>
                  <a:gd name="T10" fmla="*/ 117 w 1559"/>
                  <a:gd name="T11" fmla="*/ 0 h 98"/>
                  <a:gd name="T12" fmla="*/ 58 w 1559"/>
                  <a:gd name="T13" fmla="*/ 2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59" h="98">
                    <a:moveTo>
                      <a:pt x="58" y="24"/>
                    </a:moveTo>
                    <a:cubicBezTo>
                      <a:pt x="9" y="74"/>
                      <a:pt x="9" y="74"/>
                      <a:pt x="9" y="74"/>
                    </a:cubicBezTo>
                    <a:cubicBezTo>
                      <a:pt x="0" y="82"/>
                      <a:pt x="6" y="98"/>
                      <a:pt x="19" y="98"/>
                    </a:cubicBezTo>
                    <a:cubicBezTo>
                      <a:pt x="1559" y="98"/>
                      <a:pt x="1559" y="98"/>
                      <a:pt x="1559" y="98"/>
                    </a:cubicBezTo>
                    <a:cubicBezTo>
                      <a:pt x="1559" y="0"/>
                      <a:pt x="1559" y="0"/>
                      <a:pt x="1559" y="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95" y="0"/>
                      <a:pt x="74" y="9"/>
                      <a:pt x="58" y="24"/>
                    </a:cubicBezTo>
                    <a:close/>
                  </a:path>
                </a:pathLst>
              </a:custGeom>
              <a:gradFill>
                <a:gsLst>
                  <a:gs pos="84000">
                    <a:srgbClr val="2350A2">
                      <a:alpha val="0"/>
                    </a:srgbClr>
                  </a:gs>
                  <a:gs pos="54000">
                    <a:srgbClr val="536EAE"/>
                  </a:gs>
                  <a:gs pos="0">
                    <a:srgbClr val="D5031C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lvl="0"/>
                <a:endParaRPr lang="zh-CN" altLang="en-US"/>
              </a:p>
            </p:txBody>
          </p:sp>
          <p:sp>
            <p:nvSpPr>
              <p:cNvPr id="25" name="Freeform 44"/>
              <p:cNvSpPr>
                <a:spLocks noChangeAspect="1"/>
              </p:cNvSpPr>
              <p:nvPr userDrawn="1"/>
            </p:nvSpPr>
            <p:spPr bwMode="auto">
              <a:xfrm>
                <a:off x="-2446024" y="6217900"/>
                <a:ext cx="2091353" cy="133887"/>
              </a:xfrm>
              <a:custGeom>
                <a:avLst/>
                <a:gdLst>
                  <a:gd name="T0" fmla="*/ 58 w 1559"/>
                  <a:gd name="T1" fmla="*/ 24 h 98"/>
                  <a:gd name="T2" fmla="*/ 9 w 1559"/>
                  <a:gd name="T3" fmla="*/ 74 h 98"/>
                  <a:gd name="T4" fmla="*/ 19 w 1559"/>
                  <a:gd name="T5" fmla="*/ 98 h 98"/>
                  <a:gd name="T6" fmla="*/ 1559 w 1559"/>
                  <a:gd name="T7" fmla="*/ 98 h 98"/>
                  <a:gd name="T8" fmla="*/ 1559 w 1559"/>
                  <a:gd name="T9" fmla="*/ 0 h 98"/>
                  <a:gd name="T10" fmla="*/ 117 w 1559"/>
                  <a:gd name="T11" fmla="*/ 0 h 98"/>
                  <a:gd name="T12" fmla="*/ 58 w 1559"/>
                  <a:gd name="T13" fmla="*/ 2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59" h="98">
                    <a:moveTo>
                      <a:pt x="58" y="24"/>
                    </a:moveTo>
                    <a:cubicBezTo>
                      <a:pt x="9" y="74"/>
                      <a:pt x="9" y="74"/>
                      <a:pt x="9" y="74"/>
                    </a:cubicBezTo>
                    <a:cubicBezTo>
                      <a:pt x="0" y="82"/>
                      <a:pt x="6" y="98"/>
                      <a:pt x="19" y="98"/>
                    </a:cubicBezTo>
                    <a:cubicBezTo>
                      <a:pt x="1559" y="98"/>
                      <a:pt x="1559" y="98"/>
                      <a:pt x="1559" y="98"/>
                    </a:cubicBezTo>
                    <a:cubicBezTo>
                      <a:pt x="1559" y="0"/>
                      <a:pt x="1559" y="0"/>
                      <a:pt x="1559" y="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95" y="0"/>
                      <a:pt x="74" y="9"/>
                      <a:pt x="58" y="24"/>
                    </a:cubicBezTo>
                    <a:close/>
                  </a:path>
                </a:pathLst>
              </a:custGeom>
              <a:gradFill>
                <a:gsLst>
                  <a:gs pos="36000">
                    <a:srgbClr val="536EAE">
                      <a:alpha val="29691"/>
                    </a:srgbClr>
                  </a:gs>
                  <a:gs pos="80000">
                    <a:srgbClr val="536EAE">
                      <a:alpha val="0"/>
                    </a:srgbClr>
                  </a:gs>
                  <a:gs pos="10000">
                    <a:srgbClr val="536EAE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" name="Freeform 44"/>
              <p:cNvSpPr>
                <a:spLocks noChangeAspect="1"/>
              </p:cNvSpPr>
              <p:nvPr userDrawn="1"/>
            </p:nvSpPr>
            <p:spPr bwMode="auto">
              <a:xfrm>
                <a:off x="-2446024" y="6724113"/>
                <a:ext cx="2091353" cy="133887"/>
              </a:xfrm>
              <a:custGeom>
                <a:avLst/>
                <a:gdLst>
                  <a:gd name="T0" fmla="*/ 58 w 1559"/>
                  <a:gd name="T1" fmla="*/ 24 h 98"/>
                  <a:gd name="T2" fmla="*/ 9 w 1559"/>
                  <a:gd name="T3" fmla="*/ 74 h 98"/>
                  <a:gd name="T4" fmla="*/ 19 w 1559"/>
                  <a:gd name="T5" fmla="*/ 98 h 98"/>
                  <a:gd name="T6" fmla="*/ 1559 w 1559"/>
                  <a:gd name="T7" fmla="*/ 98 h 98"/>
                  <a:gd name="T8" fmla="*/ 1559 w 1559"/>
                  <a:gd name="T9" fmla="*/ 0 h 98"/>
                  <a:gd name="T10" fmla="*/ 117 w 1559"/>
                  <a:gd name="T11" fmla="*/ 0 h 98"/>
                  <a:gd name="T12" fmla="*/ 58 w 1559"/>
                  <a:gd name="T13" fmla="*/ 2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59" h="98">
                    <a:moveTo>
                      <a:pt x="58" y="24"/>
                    </a:moveTo>
                    <a:cubicBezTo>
                      <a:pt x="9" y="74"/>
                      <a:pt x="9" y="74"/>
                      <a:pt x="9" y="74"/>
                    </a:cubicBezTo>
                    <a:cubicBezTo>
                      <a:pt x="0" y="82"/>
                      <a:pt x="6" y="98"/>
                      <a:pt x="19" y="98"/>
                    </a:cubicBezTo>
                    <a:cubicBezTo>
                      <a:pt x="1559" y="98"/>
                      <a:pt x="1559" y="98"/>
                      <a:pt x="1559" y="98"/>
                    </a:cubicBezTo>
                    <a:cubicBezTo>
                      <a:pt x="1559" y="0"/>
                      <a:pt x="1559" y="0"/>
                      <a:pt x="1559" y="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95" y="0"/>
                      <a:pt x="74" y="9"/>
                      <a:pt x="58" y="24"/>
                    </a:cubicBezTo>
                    <a:close/>
                  </a:path>
                </a:pathLst>
              </a:custGeom>
              <a:gradFill>
                <a:gsLst>
                  <a:gs pos="80000">
                    <a:srgbClr val="CACCD5">
                      <a:alpha val="0"/>
                    </a:srgbClr>
                  </a:gs>
                  <a:gs pos="61000">
                    <a:srgbClr val="D7DAE3"/>
                  </a:gs>
                  <a:gs pos="3000">
                    <a:schemeClr val="bg1">
                      <a:lumMod val="5000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lvl="0"/>
                <a:endParaRPr lang="zh-CN" altLang="en-US"/>
              </a:p>
            </p:txBody>
          </p:sp>
        </p:grpSp>
        <p:sp>
          <p:nvSpPr>
            <p:cNvPr id="14" name="标题 1"/>
            <p:cNvSpPr txBox="1"/>
            <p:nvPr userDrawn="1"/>
          </p:nvSpPr>
          <p:spPr>
            <a:xfrm>
              <a:off x="-3422170" y="4729137"/>
              <a:ext cx="3022195" cy="215444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4400" b="1" i="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8"/>
                  <a:ea typeface="思源黑体 CN Bold" panose="020B0800000000000000" pitchFamily="34" charset="-128"/>
                  <a:cs typeface="+mj-cs"/>
                </a:defRPr>
              </a:lvl1pPr>
            </a:lstStyle>
            <a:p>
              <a:pPr algn="r">
                <a:lnSpc>
                  <a:spcPct val="100000"/>
                </a:lnSpc>
              </a:pPr>
              <a:r>
                <a:rPr kumimoji="1" lang="zh-CN" altLang="en-US" sz="1400" b="0" i="0" kern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500000000000000" pitchFamily="34" charset="-122"/>
                  <a:ea typeface="思源黑体 CN Light" panose="020B0500000000000000" pitchFamily="34" charset="-122"/>
                  <a:cs typeface="+mj-cs"/>
                </a:rPr>
                <a:t>请使用以下配色方案</a:t>
              </a:r>
              <a:endParaRPr kumimoji="1" lang="zh-CN" altLang="en-US" sz="1400" b="0" i="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500000000000000" pitchFamily="34" charset="-122"/>
                <a:ea typeface="思源黑体 CN Light" panose="020B0500000000000000" pitchFamily="34" charset="-122"/>
                <a:cs typeface="+mj-cs"/>
              </a:endParaRPr>
            </a:p>
          </p:txBody>
        </p:sp>
        <p:grpSp>
          <p:nvGrpSpPr>
            <p:cNvPr id="15" name="组合 14"/>
            <p:cNvGrpSpPr/>
            <p:nvPr userDrawn="1"/>
          </p:nvGrpSpPr>
          <p:grpSpPr>
            <a:xfrm>
              <a:off x="-2625744" y="5150166"/>
              <a:ext cx="2225768" cy="338260"/>
              <a:chOff x="-2625744" y="5150166"/>
              <a:chExt cx="2225768" cy="338260"/>
            </a:xfrm>
          </p:grpSpPr>
          <p:sp>
            <p:nvSpPr>
              <p:cNvPr id="18" name="圆角矩形 12"/>
              <p:cNvSpPr/>
              <p:nvPr userDrawn="1"/>
            </p:nvSpPr>
            <p:spPr>
              <a:xfrm>
                <a:off x="-2625744" y="5150166"/>
                <a:ext cx="338259" cy="338260"/>
              </a:xfrm>
              <a:prstGeom prst="roundRect">
                <a:avLst/>
              </a:prstGeom>
              <a:solidFill>
                <a:srgbClr val="D7031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9" name="圆角矩形 13"/>
              <p:cNvSpPr/>
              <p:nvPr userDrawn="1"/>
            </p:nvSpPr>
            <p:spPr>
              <a:xfrm>
                <a:off x="-2153500" y="5150166"/>
                <a:ext cx="338259" cy="338260"/>
              </a:xfrm>
              <a:prstGeom prst="roundRect">
                <a:avLst/>
              </a:prstGeom>
              <a:solidFill>
                <a:srgbClr val="682D5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0" name="圆角矩形 14"/>
              <p:cNvSpPr/>
              <p:nvPr userDrawn="1"/>
            </p:nvSpPr>
            <p:spPr>
              <a:xfrm>
                <a:off x="-1209532" y="5150166"/>
                <a:ext cx="338259" cy="338260"/>
              </a:xfrm>
              <a:prstGeom prst="round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21" name="圆角矩形 23"/>
              <p:cNvSpPr/>
              <p:nvPr userDrawn="1"/>
            </p:nvSpPr>
            <p:spPr>
              <a:xfrm>
                <a:off x="-738235" y="5150166"/>
                <a:ext cx="338259" cy="338260"/>
              </a:xfrm>
              <a:prstGeom prst="round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22" name="圆角矩形 13"/>
              <p:cNvSpPr/>
              <p:nvPr userDrawn="1"/>
            </p:nvSpPr>
            <p:spPr>
              <a:xfrm>
                <a:off x="-1681776" y="5150166"/>
                <a:ext cx="338259" cy="338260"/>
              </a:xfrm>
              <a:prstGeom prst="roundRect">
                <a:avLst/>
              </a:prstGeom>
              <a:solidFill>
                <a:srgbClr val="235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（标题居左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/>
        </p:nvGrpSpPr>
        <p:grpSpPr>
          <a:xfrm>
            <a:off x="715989" y="6712908"/>
            <a:ext cx="11860488" cy="153043"/>
            <a:chOff x="715989" y="6712908"/>
            <a:chExt cx="11860488" cy="153043"/>
          </a:xfrm>
        </p:grpSpPr>
        <p:sp>
          <p:nvSpPr>
            <p:cNvPr id="9" name="任意多边形: 形状 44"/>
            <p:cNvSpPr/>
            <p:nvPr/>
          </p:nvSpPr>
          <p:spPr>
            <a:xfrm>
              <a:off x="10914819" y="6712908"/>
              <a:ext cx="1661658" cy="51864"/>
            </a:xfrm>
            <a:custGeom>
              <a:avLst/>
              <a:gdLst>
                <a:gd name="connsiteX0" fmla="*/ 50602 w 2957060"/>
                <a:gd name="connsiteY0" fmla="*/ 22860 h 92297"/>
                <a:gd name="connsiteX1" fmla="*/ 3930 w 2957060"/>
                <a:gd name="connsiteY1" fmla="*/ 69533 h 92297"/>
                <a:gd name="connsiteX2" fmla="*/ 13359 w 2957060"/>
                <a:gd name="connsiteY2" fmla="*/ 92297 h 92297"/>
                <a:gd name="connsiteX3" fmla="*/ 2957061 w 2957060"/>
                <a:gd name="connsiteY3" fmla="*/ 92297 h 92297"/>
                <a:gd name="connsiteX4" fmla="*/ 2957061 w 2957060"/>
                <a:gd name="connsiteY4" fmla="*/ 0 h 92297"/>
                <a:gd name="connsiteX5" fmla="*/ 105657 w 2957060"/>
                <a:gd name="connsiteY5" fmla="*/ 0 h 92297"/>
                <a:gd name="connsiteX6" fmla="*/ 50602 w 2957060"/>
                <a:gd name="connsiteY6" fmla="*/ 22860 h 9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57060" h="92297">
                  <a:moveTo>
                    <a:pt x="50602" y="22860"/>
                  </a:moveTo>
                  <a:lnTo>
                    <a:pt x="3930" y="69533"/>
                  </a:lnTo>
                  <a:cubicBezTo>
                    <a:pt x="-4452" y="77915"/>
                    <a:pt x="1453" y="92297"/>
                    <a:pt x="13359" y="92297"/>
                  </a:cubicBezTo>
                  <a:lnTo>
                    <a:pt x="2957061" y="92297"/>
                  </a:lnTo>
                  <a:lnTo>
                    <a:pt x="2957061" y="0"/>
                  </a:lnTo>
                  <a:lnTo>
                    <a:pt x="105657" y="0"/>
                  </a:lnTo>
                  <a:cubicBezTo>
                    <a:pt x="84987" y="0"/>
                    <a:pt x="65175" y="8192"/>
                    <a:pt x="50602" y="22860"/>
                  </a:cubicBezTo>
                  <a:close/>
                </a:path>
              </a:pathLst>
            </a:custGeom>
            <a:gradFill>
              <a:gsLst>
                <a:gs pos="85000">
                  <a:srgbClr val="2350A2">
                    <a:alpha val="0"/>
                  </a:srgbClr>
                </a:gs>
                <a:gs pos="0">
                  <a:srgbClr val="2350A2">
                    <a:alpha val="6100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715989" y="6808351"/>
              <a:ext cx="11426579" cy="57600"/>
              <a:chOff x="4131123" y="6530935"/>
              <a:chExt cx="11426579" cy="57600"/>
            </a:xfrm>
          </p:grpSpPr>
          <p:sp>
            <p:nvSpPr>
              <p:cNvPr id="11" name="Freeform 39"/>
              <p:cNvSpPr/>
              <p:nvPr/>
            </p:nvSpPr>
            <p:spPr bwMode="auto">
              <a:xfrm>
                <a:off x="4131123" y="6530935"/>
                <a:ext cx="2507875" cy="55880"/>
              </a:xfrm>
              <a:custGeom>
                <a:avLst/>
                <a:gdLst>
                  <a:gd name="T0" fmla="*/ 20 w 1568"/>
                  <a:gd name="T1" fmla="*/ 8 h 32"/>
                  <a:gd name="T2" fmla="*/ 3 w 1568"/>
                  <a:gd name="T3" fmla="*/ 24 h 32"/>
                  <a:gd name="T4" fmla="*/ 7 w 1568"/>
                  <a:gd name="T5" fmla="*/ 32 h 32"/>
                  <a:gd name="T6" fmla="*/ 1568 w 1568"/>
                  <a:gd name="T7" fmla="*/ 32 h 32"/>
                  <a:gd name="T8" fmla="*/ 1568 w 1568"/>
                  <a:gd name="T9" fmla="*/ 0 h 32"/>
                  <a:gd name="T10" fmla="*/ 39 w 1568"/>
                  <a:gd name="T11" fmla="*/ 0 h 32"/>
                  <a:gd name="T12" fmla="*/ 20 w 1568"/>
                  <a:gd name="T13" fmla="*/ 8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68" h="32">
                    <a:moveTo>
                      <a:pt x="20" y="8"/>
                    </a:moveTo>
                    <a:cubicBezTo>
                      <a:pt x="3" y="24"/>
                      <a:pt x="3" y="24"/>
                      <a:pt x="3" y="24"/>
                    </a:cubicBezTo>
                    <a:cubicBezTo>
                      <a:pt x="0" y="27"/>
                      <a:pt x="2" y="32"/>
                      <a:pt x="7" y="32"/>
                    </a:cubicBezTo>
                    <a:cubicBezTo>
                      <a:pt x="1568" y="32"/>
                      <a:pt x="1568" y="32"/>
                      <a:pt x="1568" y="32"/>
                    </a:cubicBezTo>
                    <a:cubicBezTo>
                      <a:pt x="1568" y="0"/>
                      <a:pt x="1568" y="0"/>
                      <a:pt x="1568" y="0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32" y="0"/>
                      <a:pt x="25" y="3"/>
                      <a:pt x="20" y="8"/>
                    </a:cubicBezTo>
                    <a:close/>
                  </a:path>
                </a:pathLst>
              </a:custGeom>
              <a:solidFill>
                <a:srgbClr val="D5031C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6489816" y="6530935"/>
                <a:ext cx="9067886" cy="57600"/>
              </a:xfrm>
              <a:prstGeom prst="rect">
                <a:avLst/>
              </a:prstGeom>
              <a:gradFill>
                <a:gsLst>
                  <a:gs pos="70000">
                    <a:srgbClr val="D5031C">
                      <a:alpha val="30000"/>
                    </a:srgbClr>
                  </a:gs>
                  <a:gs pos="98000">
                    <a:srgbClr val="D5031C">
                      <a:alpha val="0"/>
                    </a:srgbClr>
                  </a:gs>
                  <a:gs pos="0">
                    <a:srgbClr val="D5031C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pic>
        <p:nvPicPr>
          <p:cNvPr id="16" name="图片 15" descr="图片包含 文本  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23837" y="354389"/>
            <a:ext cx="1132773" cy="410606"/>
          </a:xfrm>
          <a:prstGeom prst="rect">
            <a:avLst/>
          </a:prstGeom>
        </p:spPr>
      </p:pic>
      <p:sp>
        <p:nvSpPr>
          <p:cNvPr id="17" name="标题占位符 1"/>
          <p:cNvSpPr>
            <a:spLocks noGrp="1"/>
          </p:cNvSpPr>
          <p:nvPr>
            <p:ph type="title"/>
          </p:nvPr>
        </p:nvSpPr>
        <p:spPr>
          <a:xfrm>
            <a:off x="425119" y="135173"/>
            <a:ext cx="7394073" cy="43088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>
              <a:lnSpc>
                <a:spcPct val="100000"/>
              </a:lnSpc>
              <a:defRPr kumimoji="1" lang="zh-CN" altLang="en-US" sz="28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-4095953" y="135173"/>
            <a:ext cx="3867352" cy="742305"/>
            <a:chOff x="-4095953" y="135173"/>
            <a:chExt cx="3867352" cy="742305"/>
          </a:xfrm>
        </p:grpSpPr>
        <p:sp>
          <p:nvSpPr>
            <p:cNvPr id="4" name="标题 1"/>
            <p:cNvSpPr txBox="1"/>
            <p:nvPr/>
          </p:nvSpPr>
          <p:spPr>
            <a:xfrm>
              <a:off x="-4095953" y="135173"/>
              <a:ext cx="3468581" cy="430887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4400" b="1" i="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Han Sans CN Bold" panose="020B0500000000000000" pitchFamily="34" charset="-128"/>
                  <a:ea typeface="Source Han Sans CN Bold" panose="020B0500000000000000" pitchFamily="34" charset="-128"/>
                  <a:cs typeface="+mj-cs"/>
                </a:defRPr>
              </a:lvl1pPr>
            </a:lstStyle>
            <a:p>
              <a:pPr algn="r">
                <a:lnSpc>
                  <a:spcPct val="100000"/>
                </a:lnSpc>
              </a:pPr>
              <a:r>
                <a:rPr kumimoji="1" lang="zh-CN" altLang="en-US" sz="2800" b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500000000000000" pitchFamily="34" charset="-122"/>
                  <a:ea typeface="思源黑体 CN Medium" panose="020B0500000000000000" pitchFamily="34" charset="-122"/>
                </a:rPr>
                <a:t xml:space="preserve">思源黑体 </a:t>
              </a:r>
              <a:r>
                <a:rPr kumimoji="1" lang="en-US" altLang="zh-CN" sz="2800" b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500000000000000" pitchFamily="34" charset="-122"/>
                  <a:ea typeface="思源黑体 CN Medium" panose="020B0500000000000000" pitchFamily="34" charset="-122"/>
                </a:rPr>
                <a:t>Medium 28</a:t>
              </a:r>
              <a:endParaRPr kumimoji="1" lang="zh-CN" altLang="en-US" sz="28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500000000000000" pitchFamily="34" charset="-122"/>
                <a:ea typeface="思源黑体 CN Medium" panose="020B0500000000000000" pitchFamily="34" charset="-122"/>
              </a:endParaRPr>
            </a:p>
          </p:txBody>
        </p:sp>
        <p:sp>
          <p:nvSpPr>
            <p:cNvPr id="5" name="标题 1"/>
            <p:cNvSpPr txBox="1"/>
            <p:nvPr/>
          </p:nvSpPr>
          <p:spPr>
            <a:xfrm>
              <a:off x="-3649567" y="600479"/>
              <a:ext cx="3022195" cy="276999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4400" b="1" i="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Han Sans CN Bold" panose="020B0500000000000000" pitchFamily="34" charset="-128"/>
                  <a:ea typeface="Source Han Sans CN Bold" panose="020B0500000000000000" pitchFamily="34" charset="-128"/>
                  <a:cs typeface="+mj-cs"/>
                </a:defRPr>
              </a:lvl1pPr>
            </a:lstStyle>
            <a:p>
              <a:pPr algn="r">
                <a:lnSpc>
                  <a:spcPct val="100000"/>
                </a:lnSpc>
              </a:pPr>
              <a:r>
                <a:rPr kumimoji="1" lang="zh-CN" altLang="en-US" sz="1800" b="0" i="0" kern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500000000000000" pitchFamily="34" charset="-122"/>
                  <a:ea typeface="思源黑体 CN Light" panose="020B0500000000000000" pitchFamily="34" charset="-122"/>
                  <a:cs typeface="+mj-cs"/>
                </a:rPr>
                <a:t xml:space="preserve">思源黑体 </a:t>
              </a:r>
              <a:r>
                <a:rPr kumimoji="1" lang="en-US" altLang="zh-CN" sz="1800" b="0" i="0" kern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500000000000000" pitchFamily="34" charset="-122"/>
                  <a:ea typeface="思源黑体 CN Light" panose="020B0500000000000000" pitchFamily="34" charset="-122"/>
                  <a:cs typeface="+mj-cs"/>
                </a:rPr>
                <a:t>Light  18</a:t>
              </a:r>
              <a:endParaRPr kumimoji="1" lang="zh-CN" altLang="en-US" sz="1800" b="0" i="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500000000000000" pitchFamily="34" charset="-122"/>
                <a:ea typeface="思源黑体 CN Light" panose="020B0500000000000000" pitchFamily="34" charset="-122"/>
                <a:cs typeface="+mj-cs"/>
              </a:endParaRPr>
            </a:p>
          </p:txBody>
        </p:sp>
        <p:cxnSp>
          <p:nvCxnSpPr>
            <p:cNvPr id="6" name="直线连接符 22"/>
            <p:cNvCxnSpPr/>
            <p:nvPr/>
          </p:nvCxnSpPr>
          <p:spPr>
            <a:xfrm flipV="1">
              <a:off x="-514865" y="355660"/>
              <a:ext cx="286264" cy="1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线连接符 24"/>
            <p:cNvCxnSpPr/>
            <p:nvPr/>
          </p:nvCxnSpPr>
          <p:spPr>
            <a:xfrm flipV="1">
              <a:off x="-514865" y="728639"/>
              <a:ext cx="286264" cy="1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 userDrawn="1"/>
        </p:nvGrpSpPr>
        <p:grpSpPr>
          <a:xfrm>
            <a:off x="-3422170" y="4729137"/>
            <a:ext cx="3067499" cy="2128863"/>
            <a:chOff x="-3422170" y="4729137"/>
            <a:chExt cx="3067499" cy="2128863"/>
          </a:xfrm>
        </p:grpSpPr>
        <p:grpSp>
          <p:nvGrpSpPr>
            <p:cNvPr id="13" name="组合 12"/>
            <p:cNvGrpSpPr/>
            <p:nvPr userDrawn="1"/>
          </p:nvGrpSpPr>
          <p:grpSpPr>
            <a:xfrm>
              <a:off x="-2446024" y="5973833"/>
              <a:ext cx="2091353" cy="884167"/>
              <a:chOff x="-2446024" y="5973833"/>
              <a:chExt cx="2091353" cy="884167"/>
            </a:xfrm>
          </p:grpSpPr>
          <p:sp>
            <p:nvSpPr>
              <p:cNvPr id="23" name="Freeform 44"/>
              <p:cNvSpPr>
                <a:spLocks noChangeAspect="1"/>
              </p:cNvSpPr>
              <p:nvPr userDrawn="1"/>
            </p:nvSpPr>
            <p:spPr bwMode="auto">
              <a:xfrm>
                <a:off x="-2446024" y="5973833"/>
                <a:ext cx="2091353" cy="133887"/>
              </a:xfrm>
              <a:custGeom>
                <a:avLst/>
                <a:gdLst>
                  <a:gd name="T0" fmla="*/ 58 w 1559"/>
                  <a:gd name="T1" fmla="*/ 24 h 98"/>
                  <a:gd name="T2" fmla="*/ 9 w 1559"/>
                  <a:gd name="T3" fmla="*/ 74 h 98"/>
                  <a:gd name="T4" fmla="*/ 19 w 1559"/>
                  <a:gd name="T5" fmla="*/ 98 h 98"/>
                  <a:gd name="T6" fmla="*/ 1559 w 1559"/>
                  <a:gd name="T7" fmla="*/ 98 h 98"/>
                  <a:gd name="T8" fmla="*/ 1559 w 1559"/>
                  <a:gd name="T9" fmla="*/ 0 h 98"/>
                  <a:gd name="T10" fmla="*/ 117 w 1559"/>
                  <a:gd name="T11" fmla="*/ 0 h 98"/>
                  <a:gd name="T12" fmla="*/ 58 w 1559"/>
                  <a:gd name="T13" fmla="*/ 2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59" h="98">
                    <a:moveTo>
                      <a:pt x="58" y="24"/>
                    </a:moveTo>
                    <a:cubicBezTo>
                      <a:pt x="9" y="74"/>
                      <a:pt x="9" y="74"/>
                      <a:pt x="9" y="74"/>
                    </a:cubicBezTo>
                    <a:cubicBezTo>
                      <a:pt x="0" y="82"/>
                      <a:pt x="6" y="98"/>
                      <a:pt x="19" y="98"/>
                    </a:cubicBezTo>
                    <a:cubicBezTo>
                      <a:pt x="1559" y="98"/>
                      <a:pt x="1559" y="98"/>
                      <a:pt x="1559" y="98"/>
                    </a:cubicBezTo>
                    <a:cubicBezTo>
                      <a:pt x="1559" y="0"/>
                      <a:pt x="1559" y="0"/>
                      <a:pt x="1559" y="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95" y="0"/>
                      <a:pt x="74" y="9"/>
                      <a:pt x="58" y="24"/>
                    </a:cubicBezTo>
                    <a:close/>
                  </a:path>
                </a:pathLst>
              </a:custGeom>
              <a:gradFill>
                <a:gsLst>
                  <a:gs pos="51000">
                    <a:srgbClr val="D5031C">
                      <a:alpha val="30000"/>
                    </a:srgbClr>
                  </a:gs>
                  <a:gs pos="80000">
                    <a:srgbClr val="D5031C">
                      <a:alpha val="0"/>
                    </a:srgbClr>
                  </a:gs>
                  <a:gs pos="10000">
                    <a:srgbClr val="D7031D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44"/>
              <p:cNvSpPr>
                <a:spLocks noChangeAspect="1"/>
              </p:cNvSpPr>
              <p:nvPr userDrawn="1"/>
            </p:nvSpPr>
            <p:spPr bwMode="auto">
              <a:xfrm>
                <a:off x="-2446024" y="6461967"/>
                <a:ext cx="2091353" cy="133887"/>
              </a:xfrm>
              <a:custGeom>
                <a:avLst/>
                <a:gdLst>
                  <a:gd name="T0" fmla="*/ 58 w 1559"/>
                  <a:gd name="T1" fmla="*/ 24 h 98"/>
                  <a:gd name="T2" fmla="*/ 9 w 1559"/>
                  <a:gd name="T3" fmla="*/ 74 h 98"/>
                  <a:gd name="T4" fmla="*/ 19 w 1559"/>
                  <a:gd name="T5" fmla="*/ 98 h 98"/>
                  <a:gd name="T6" fmla="*/ 1559 w 1559"/>
                  <a:gd name="T7" fmla="*/ 98 h 98"/>
                  <a:gd name="T8" fmla="*/ 1559 w 1559"/>
                  <a:gd name="T9" fmla="*/ 0 h 98"/>
                  <a:gd name="T10" fmla="*/ 117 w 1559"/>
                  <a:gd name="T11" fmla="*/ 0 h 98"/>
                  <a:gd name="T12" fmla="*/ 58 w 1559"/>
                  <a:gd name="T13" fmla="*/ 2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59" h="98">
                    <a:moveTo>
                      <a:pt x="58" y="24"/>
                    </a:moveTo>
                    <a:cubicBezTo>
                      <a:pt x="9" y="74"/>
                      <a:pt x="9" y="74"/>
                      <a:pt x="9" y="74"/>
                    </a:cubicBezTo>
                    <a:cubicBezTo>
                      <a:pt x="0" y="82"/>
                      <a:pt x="6" y="98"/>
                      <a:pt x="19" y="98"/>
                    </a:cubicBezTo>
                    <a:cubicBezTo>
                      <a:pt x="1559" y="98"/>
                      <a:pt x="1559" y="98"/>
                      <a:pt x="1559" y="98"/>
                    </a:cubicBezTo>
                    <a:cubicBezTo>
                      <a:pt x="1559" y="0"/>
                      <a:pt x="1559" y="0"/>
                      <a:pt x="1559" y="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95" y="0"/>
                      <a:pt x="74" y="9"/>
                      <a:pt x="58" y="24"/>
                    </a:cubicBezTo>
                    <a:close/>
                  </a:path>
                </a:pathLst>
              </a:custGeom>
              <a:gradFill>
                <a:gsLst>
                  <a:gs pos="84000">
                    <a:srgbClr val="2350A2">
                      <a:alpha val="0"/>
                    </a:srgbClr>
                  </a:gs>
                  <a:gs pos="54000">
                    <a:srgbClr val="536EAE"/>
                  </a:gs>
                  <a:gs pos="0">
                    <a:srgbClr val="D5031C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lvl="0"/>
                <a:endParaRPr lang="zh-CN" altLang="en-US"/>
              </a:p>
            </p:txBody>
          </p:sp>
          <p:sp>
            <p:nvSpPr>
              <p:cNvPr id="25" name="Freeform 44"/>
              <p:cNvSpPr>
                <a:spLocks noChangeAspect="1"/>
              </p:cNvSpPr>
              <p:nvPr userDrawn="1"/>
            </p:nvSpPr>
            <p:spPr bwMode="auto">
              <a:xfrm>
                <a:off x="-2446024" y="6217900"/>
                <a:ext cx="2091353" cy="133887"/>
              </a:xfrm>
              <a:custGeom>
                <a:avLst/>
                <a:gdLst>
                  <a:gd name="T0" fmla="*/ 58 w 1559"/>
                  <a:gd name="T1" fmla="*/ 24 h 98"/>
                  <a:gd name="T2" fmla="*/ 9 w 1559"/>
                  <a:gd name="T3" fmla="*/ 74 h 98"/>
                  <a:gd name="T4" fmla="*/ 19 w 1559"/>
                  <a:gd name="T5" fmla="*/ 98 h 98"/>
                  <a:gd name="T6" fmla="*/ 1559 w 1559"/>
                  <a:gd name="T7" fmla="*/ 98 h 98"/>
                  <a:gd name="T8" fmla="*/ 1559 w 1559"/>
                  <a:gd name="T9" fmla="*/ 0 h 98"/>
                  <a:gd name="T10" fmla="*/ 117 w 1559"/>
                  <a:gd name="T11" fmla="*/ 0 h 98"/>
                  <a:gd name="T12" fmla="*/ 58 w 1559"/>
                  <a:gd name="T13" fmla="*/ 2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59" h="98">
                    <a:moveTo>
                      <a:pt x="58" y="24"/>
                    </a:moveTo>
                    <a:cubicBezTo>
                      <a:pt x="9" y="74"/>
                      <a:pt x="9" y="74"/>
                      <a:pt x="9" y="74"/>
                    </a:cubicBezTo>
                    <a:cubicBezTo>
                      <a:pt x="0" y="82"/>
                      <a:pt x="6" y="98"/>
                      <a:pt x="19" y="98"/>
                    </a:cubicBezTo>
                    <a:cubicBezTo>
                      <a:pt x="1559" y="98"/>
                      <a:pt x="1559" y="98"/>
                      <a:pt x="1559" y="98"/>
                    </a:cubicBezTo>
                    <a:cubicBezTo>
                      <a:pt x="1559" y="0"/>
                      <a:pt x="1559" y="0"/>
                      <a:pt x="1559" y="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95" y="0"/>
                      <a:pt x="74" y="9"/>
                      <a:pt x="58" y="24"/>
                    </a:cubicBezTo>
                    <a:close/>
                  </a:path>
                </a:pathLst>
              </a:custGeom>
              <a:gradFill>
                <a:gsLst>
                  <a:gs pos="36000">
                    <a:srgbClr val="536EAE">
                      <a:alpha val="29691"/>
                    </a:srgbClr>
                  </a:gs>
                  <a:gs pos="80000">
                    <a:srgbClr val="536EAE">
                      <a:alpha val="0"/>
                    </a:srgbClr>
                  </a:gs>
                  <a:gs pos="10000">
                    <a:srgbClr val="536EAE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" name="Freeform 44"/>
              <p:cNvSpPr>
                <a:spLocks noChangeAspect="1"/>
              </p:cNvSpPr>
              <p:nvPr userDrawn="1"/>
            </p:nvSpPr>
            <p:spPr bwMode="auto">
              <a:xfrm>
                <a:off x="-2446024" y="6724113"/>
                <a:ext cx="2091353" cy="133887"/>
              </a:xfrm>
              <a:custGeom>
                <a:avLst/>
                <a:gdLst>
                  <a:gd name="T0" fmla="*/ 58 w 1559"/>
                  <a:gd name="T1" fmla="*/ 24 h 98"/>
                  <a:gd name="T2" fmla="*/ 9 w 1559"/>
                  <a:gd name="T3" fmla="*/ 74 h 98"/>
                  <a:gd name="T4" fmla="*/ 19 w 1559"/>
                  <a:gd name="T5" fmla="*/ 98 h 98"/>
                  <a:gd name="T6" fmla="*/ 1559 w 1559"/>
                  <a:gd name="T7" fmla="*/ 98 h 98"/>
                  <a:gd name="T8" fmla="*/ 1559 w 1559"/>
                  <a:gd name="T9" fmla="*/ 0 h 98"/>
                  <a:gd name="T10" fmla="*/ 117 w 1559"/>
                  <a:gd name="T11" fmla="*/ 0 h 98"/>
                  <a:gd name="T12" fmla="*/ 58 w 1559"/>
                  <a:gd name="T13" fmla="*/ 2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59" h="98">
                    <a:moveTo>
                      <a:pt x="58" y="24"/>
                    </a:moveTo>
                    <a:cubicBezTo>
                      <a:pt x="9" y="74"/>
                      <a:pt x="9" y="74"/>
                      <a:pt x="9" y="74"/>
                    </a:cubicBezTo>
                    <a:cubicBezTo>
                      <a:pt x="0" y="82"/>
                      <a:pt x="6" y="98"/>
                      <a:pt x="19" y="98"/>
                    </a:cubicBezTo>
                    <a:cubicBezTo>
                      <a:pt x="1559" y="98"/>
                      <a:pt x="1559" y="98"/>
                      <a:pt x="1559" y="98"/>
                    </a:cubicBezTo>
                    <a:cubicBezTo>
                      <a:pt x="1559" y="0"/>
                      <a:pt x="1559" y="0"/>
                      <a:pt x="1559" y="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95" y="0"/>
                      <a:pt x="74" y="9"/>
                      <a:pt x="58" y="24"/>
                    </a:cubicBezTo>
                    <a:close/>
                  </a:path>
                </a:pathLst>
              </a:custGeom>
              <a:gradFill>
                <a:gsLst>
                  <a:gs pos="80000">
                    <a:srgbClr val="CACCD5">
                      <a:alpha val="0"/>
                    </a:srgbClr>
                  </a:gs>
                  <a:gs pos="61000">
                    <a:srgbClr val="D7DAE3"/>
                  </a:gs>
                  <a:gs pos="3000">
                    <a:schemeClr val="bg1">
                      <a:lumMod val="5000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lvl="0"/>
                <a:endParaRPr lang="zh-CN" altLang="en-US"/>
              </a:p>
            </p:txBody>
          </p:sp>
        </p:grpSp>
        <p:sp>
          <p:nvSpPr>
            <p:cNvPr id="14" name="标题 1"/>
            <p:cNvSpPr txBox="1"/>
            <p:nvPr userDrawn="1"/>
          </p:nvSpPr>
          <p:spPr>
            <a:xfrm>
              <a:off x="-3422170" y="4729137"/>
              <a:ext cx="3022195" cy="215444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4400" b="1" i="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8"/>
                  <a:ea typeface="思源黑体 CN Bold" panose="020B0800000000000000" pitchFamily="34" charset="-128"/>
                  <a:cs typeface="+mj-cs"/>
                </a:defRPr>
              </a:lvl1pPr>
            </a:lstStyle>
            <a:p>
              <a:pPr algn="r">
                <a:lnSpc>
                  <a:spcPct val="100000"/>
                </a:lnSpc>
              </a:pPr>
              <a:r>
                <a:rPr kumimoji="1" lang="zh-CN" altLang="en-US" sz="1400" b="0" i="0" kern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500000000000000" pitchFamily="34" charset="-122"/>
                  <a:ea typeface="思源黑体 CN Light" panose="020B0500000000000000" pitchFamily="34" charset="-122"/>
                  <a:cs typeface="+mj-cs"/>
                </a:rPr>
                <a:t>请使用以下配色方案</a:t>
              </a:r>
              <a:endParaRPr kumimoji="1" lang="zh-CN" altLang="en-US" sz="1400" b="0" i="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500000000000000" pitchFamily="34" charset="-122"/>
                <a:ea typeface="思源黑体 CN Light" panose="020B0500000000000000" pitchFamily="34" charset="-122"/>
                <a:cs typeface="+mj-cs"/>
              </a:endParaRPr>
            </a:p>
          </p:txBody>
        </p:sp>
        <p:grpSp>
          <p:nvGrpSpPr>
            <p:cNvPr id="15" name="组合 14"/>
            <p:cNvGrpSpPr/>
            <p:nvPr userDrawn="1"/>
          </p:nvGrpSpPr>
          <p:grpSpPr>
            <a:xfrm>
              <a:off x="-2625744" y="5150166"/>
              <a:ext cx="2225768" cy="338260"/>
              <a:chOff x="-2625744" y="5150166"/>
              <a:chExt cx="2225768" cy="338260"/>
            </a:xfrm>
          </p:grpSpPr>
          <p:sp>
            <p:nvSpPr>
              <p:cNvPr id="18" name="圆角矩形 12"/>
              <p:cNvSpPr/>
              <p:nvPr userDrawn="1"/>
            </p:nvSpPr>
            <p:spPr>
              <a:xfrm>
                <a:off x="-2625744" y="5150166"/>
                <a:ext cx="338259" cy="338260"/>
              </a:xfrm>
              <a:prstGeom prst="roundRect">
                <a:avLst/>
              </a:prstGeom>
              <a:solidFill>
                <a:srgbClr val="D7031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9" name="圆角矩形 13"/>
              <p:cNvSpPr/>
              <p:nvPr userDrawn="1"/>
            </p:nvSpPr>
            <p:spPr>
              <a:xfrm>
                <a:off x="-2153500" y="5150166"/>
                <a:ext cx="338259" cy="338260"/>
              </a:xfrm>
              <a:prstGeom prst="roundRect">
                <a:avLst/>
              </a:prstGeom>
              <a:solidFill>
                <a:srgbClr val="682D5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0" name="圆角矩形 14"/>
              <p:cNvSpPr/>
              <p:nvPr userDrawn="1"/>
            </p:nvSpPr>
            <p:spPr>
              <a:xfrm>
                <a:off x="-1209532" y="5150166"/>
                <a:ext cx="338259" cy="338260"/>
              </a:xfrm>
              <a:prstGeom prst="round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21" name="圆角矩形 23"/>
              <p:cNvSpPr/>
              <p:nvPr userDrawn="1"/>
            </p:nvSpPr>
            <p:spPr>
              <a:xfrm>
                <a:off x="-738235" y="5150166"/>
                <a:ext cx="338259" cy="338260"/>
              </a:xfrm>
              <a:prstGeom prst="round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22" name="圆角矩形 13"/>
              <p:cNvSpPr/>
              <p:nvPr userDrawn="1"/>
            </p:nvSpPr>
            <p:spPr>
              <a:xfrm>
                <a:off x="-1681776" y="5150166"/>
                <a:ext cx="338259" cy="338260"/>
              </a:xfrm>
              <a:prstGeom prst="roundRect">
                <a:avLst/>
              </a:prstGeom>
              <a:solidFill>
                <a:srgbClr val="235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（标题居中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/>
        </p:nvGrpSpPr>
        <p:grpSpPr>
          <a:xfrm>
            <a:off x="715989" y="6712908"/>
            <a:ext cx="11860488" cy="153043"/>
            <a:chOff x="715989" y="6712908"/>
            <a:chExt cx="11860488" cy="153043"/>
          </a:xfrm>
        </p:grpSpPr>
        <p:sp>
          <p:nvSpPr>
            <p:cNvPr id="9" name="任意多边形: 形状 44"/>
            <p:cNvSpPr/>
            <p:nvPr/>
          </p:nvSpPr>
          <p:spPr>
            <a:xfrm>
              <a:off x="10914819" y="6712908"/>
              <a:ext cx="1661658" cy="51864"/>
            </a:xfrm>
            <a:custGeom>
              <a:avLst/>
              <a:gdLst>
                <a:gd name="connsiteX0" fmla="*/ 50602 w 2957060"/>
                <a:gd name="connsiteY0" fmla="*/ 22860 h 92297"/>
                <a:gd name="connsiteX1" fmla="*/ 3930 w 2957060"/>
                <a:gd name="connsiteY1" fmla="*/ 69533 h 92297"/>
                <a:gd name="connsiteX2" fmla="*/ 13359 w 2957060"/>
                <a:gd name="connsiteY2" fmla="*/ 92297 h 92297"/>
                <a:gd name="connsiteX3" fmla="*/ 2957061 w 2957060"/>
                <a:gd name="connsiteY3" fmla="*/ 92297 h 92297"/>
                <a:gd name="connsiteX4" fmla="*/ 2957061 w 2957060"/>
                <a:gd name="connsiteY4" fmla="*/ 0 h 92297"/>
                <a:gd name="connsiteX5" fmla="*/ 105657 w 2957060"/>
                <a:gd name="connsiteY5" fmla="*/ 0 h 92297"/>
                <a:gd name="connsiteX6" fmla="*/ 50602 w 2957060"/>
                <a:gd name="connsiteY6" fmla="*/ 22860 h 9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57060" h="92297">
                  <a:moveTo>
                    <a:pt x="50602" y="22860"/>
                  </a:moveTo>
                  <a:lnTo>
                    <a:pt x="3930" y="69533"/>
                  </a:lnTo>
                  <a:cubicBezTo>
                    <a:pt x="-4452" y="77915"/>
                    <a:pt x="1453" y="92297"/>
                    <a:pt x="13359" y="92297"/>
                  </a:cubicBezTo>
                  <a:lnTo>
                    <a:pt x="2957061" y="92297"/>
                  </a:lnTo>
                  <a:lnTo>
                    <a:pt x="2957061" y="0"/>
                  </a:lnTo>
                  <a:lnTo>
                    <a:pt x="105657" y="0"/>
                  </a:lnTo>
                  <a:cubicBezTo>
                    <a:pt x="84987" y="0"/>
                    <a:pt x="65175" y="8192"/>
                    <a:pt x="50602" y="22860"/>
                  </a:cubicBezTo>
                  <a:close/>
                </a:path>
              </a:pathLst>
            </a:custGeom>
            <a:gradFill>
              <a:gsLst>
                <a:gs pos="85000">
                  <a:srgbClr val="2350A2">
                    <a:alpha val="0"/>
                  </a:srgbClr>
                </a:gs>
                <a:gs pos="0">
                  <a:srgbClr val="2350A2">
                    <a:alpha val="6100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715989" y="6808351"/>
              <a:ext cx="11426579" cy="57600"/>
              <a:chOff x="4131123" y="6530935"/>
              <a:chExt cx="11426579" cy="57600"/>
            </a:xfrm>
          </p:grpSpPr>
          <p:sp>
            <p:nvSpPr>
              <p:cNvPr id="11" name="Freeform 39"/>
              <p:cNvSpPr/>
              <p:nvPr/>
            </p:nvSpPr>
            <p:spPr bwMode="auto">
              <a:xfrm>
                <a:off x="4131123" y="6530935"/>
                <a:ext cx="2507875" cy="55880"/>
              </a:xfrm>
              <a:custGeom>
                <a:avLst/>
                <a:gdLst>
                  <a:gd name="T0" fmla="*/ 20 w 1568"/>
                  <a:gd name="T1" fmla="*/ 8 h 32"/>
                  <a:gd name="T2" fmla="*/ 3 w 1568"/>
                  <a:gd name="T3" fmla="*/ 24 h 32"/>
                  <a:gd name="T4" fmla="*/ 7 w 1568"/>
                  <a:gd name="T5" fmla="*/ 32 h 32"/>
                  <a:gd name="T6" fmla="*/ 1568 w 1568"/>
                  <a:gd name="T7" fmla="*/ 32 h 32"/>
                  <a:gd name="T8" fmla="*/ 1568 w 1568"/>
                  <a:gd name="T9" fmla="*/ 0 h 32"/>
                  <a:gd name="T10" fmla="*/ 39 w 1568"/>
                  <a:gd name="T11" fmla="*/ 0 h 32"/>
                  <a:gd name="T12" fmla="*/ 20 w 1568"/>
                  <a:gd name="T13" fmla="*/ 8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68" h="32">
                    <a:moveTo>
                      <a:pt x="20" y="8"/>
                    </a:moveTo>
                    <a:cubicBezTo>
                      <a:pt x="3" y="24"/>
                      <a:pt x="3" y="24"/>
                      <a:pt x="3" y="24"/>
                    </a:cubicBezTo>
                    <a:cubicBezTo>
                      <a:pt x="0" y="27"/>
                      <a:pt x="2" y="32"/>
                      <a:pt x="7" y="32"/>
                    </a:cubicBezTo>
                    <a:cubicBezTo>
                      <a:pt x="1568" y="32"/>
                      <a:pt x="1568" y="32"/>
                      <a:pt x="1568" y="32"/>
                    </a:cubicBezTo>
                    <a:cubicBezTo>
                      <a:pt x="1568" y="0"/>
                      <a:pt x="1568" y="0"/>
                      <a:pt x="1568" y="0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32" y="0"/>
                      <a:pt x="25" y="3"/>
                      <a:pt x="20" y="8"/>
                    </a:cubicBezTo>
                    <a:close/>
                  </a:path>
                </a:pathLst>
              </a:custGeom>
              <a:solidFill>
                <a:srgbClr val="D5031C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6489816" y="6530935"/>
                <a:ext cx="9067886" cy="57600"/>
              </a:xfrm>
              <a:prstGeom prst="rect">
                <a:avLst/>
              </a:prstGeom>
              <a:gradFill>
                <a:gsLst>
                  <a:gs pos="70000">
                    <a:srgbClr val="D5031C">
                      <a:alpha val="30000"/>
                    </a:srgbClr>
                  </a:gs>
                  <a:gs pos="98000">
                    <a:srgbClr val="D5031C">
                      <a:alpha val="0"/>
                    </a:srgbClr>
                  </a:gs>
                  <a:gs pos="0">
                    <a:srgbClr val="D5031C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pic>
        <p:nvPicPr>
          <p:cNvPr id="16" name="图片 15" descr="图片包含 文本  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23837" y="354389"/>
            <a:ext cx="1132773" cy="410606"/>
          </a:xfrm>
          <a:prstGeom prst="rect">
            <a:avLst/>
          </a:prstGeom>
        </p:spPr>
      </p:pic>
      <p:sp>
        <p:nvSpPr>
          <p:cNvPr id="4" name="标题占位符 1"/>
          <p:cNvSpPr>
            <a:spLocks noGrp="1"/>
          </p:cNvSpPr>
          <p:nvPr>
            <p:ph type="title"/>
          </p:nvPr>
        </p:nvSpPr>
        <p:spPr>
          <a:xfrm>
            <a:off x="2237874" y="149187"/>
            <a:ext cx="7716252" cy="43088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lnSpc>
                <a:spcPct val="100000"/>
              </a:lnSpc>
              <a:defRPr kumimoji="1" lang="zh-CN" altLang="en-US" sz="28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500000000000000" pitchFamily="34" charset="-122"/>
                <a:ea typeface="思源黑体 CN Medium" panose="020B0500000000000000" pitchFamily="34" charset="-122"/>
                <a:cs typeface="+mj-cs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-3422170" y="4729137"/>
            <a:ext cx="3067499" cy="2128863"/>
            <a:chOff x="-3422170" y="4729137"/>
            <a:chExt cx="3067499" cy="2128863"/>
          </a:xfrm>
        </p:grpSpPr>
        <p:grpSp>
          <p:nvGrpSpPr>
            <p:cNvPr id="14" name="组合 13"/>
            <p:cNvGrpSpPr/>
            <p:nvPr userDrawn="1"/>
          </p:nvGrpSpPr>
          <p:grpSpPr>
            <a:xfrm>
              <a:off x="-2446024" y="5973833"/>
              <a:ext cx="2091353" cy="884167"/>
              <a:chOff x="-2446024" y="5973833"/>
              <a:chExt cx="2091353" cy="884167"/>
            </a:xfrm>
          </p:grpSpPr>
          <p:sp>
            <p:nvSpPr>
              <p:cNvPr id="23" name="Freeform 44"/>
              <p:cNvSpPr>
                <a:spLocks noChangeAspect="1"/>
              </p:cNvSpPr>
              <p:nvPr userDrawn="1"/>
            </p:nvSpPr>
            <p:spPr bwMode="auto">
              <a:xfrm>
                <a:off x="-2446024" y="5973833"/>
                <a:ext cx="2091353" cy="133887"/>
              </a:xfrm>
              <a:custGeom>
                <a:avLst/>
                <a:gdLst>
                  <a:gd name="T0" fmla="*/ 58 w 1559"/>
                  <a:gd name="T1" fmla="*/ 24 h 98"/>
                  <a:gd name="T2" fmla="*/ 9 w 1559"/>
                  <a:gd name="T3" fmla="*/ 74 h 98"/>
                  <a:gd name="T4" fmla="*/ 19 w 1559"/>
                  <a:gd name="T5" fmla="*/ 98 h 98"/>
                  <a:gd name="T6" fmla="*/ 1559 w 1559"/>
                  <a:gd name="T7" fmla="*/ 98 h 98"/>
                  <a:gd name="T8" fmla="*/ 1559 w 1559"/>
                  <a:gd name="T9" fmla="*/ 0 h 98"/>
                  <a:gd name="T10" fmla="*/ 117 w 1559"/>
                  <a:gd name="T11" fmla="*/ 0 h 98"/>
                  <a:gd name="T12" fmla="*/ 58 w 1559"/>
                  <a:gd name="T13" fmla="*/ 2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59" h="98">
                    <a:moveTo>
                      <a:pt x="58" y="24"/>
                    </a:moveTo>
                    <a:cubicBezTo>
                      <a:pt x="9" y="74"/>
                      <a:pt x="9" y="74"/>
                      <a:pt x="9" y="74"/>
                    </a:cubicBezTo>
                    <a:cubicBezTo>
                      <a:pt x="0" y="82"/>
                      <a:pt x="6" y="98"/>
                      <a:pt x="19" y="98"/>
                    </a:cubicBezTo>
                    <a:cubicBezTo>
                      <a:pt x="1559" y="98"/>
                      <a:pt x="1559" y="98"/>
                      <a:pt x="1559" y="98"/>
                    </a:cubicBezTo>
                    <a:cubicBezTo>
                      <a:pt x="1559" y="0"/>
                      <a:pt x="1559" y="0"/>
                      <a:pt x="1559" y="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95" y="0"/>
                      <a:pt x="74" y="9"/>
                      <a:pt x="58" y="24"/>
                    </a:cubicBezTo>
                    <a:close/>
                  </a:path>
                </a:pathLst>
              </a:custGeom>
              <a:gradFill>
                <a:gsLst>
                  <a:gs pos="51000">
                    <a:srgbClr val="D5031C">
                      <a:alpha val="30000"/>
                    </a:srgbClr>
                  </a:gs>
                  <a:gs pos="80000">
                    <a:srgbClr val="D5031C">
                      <a:alpha val="0"/>
                    </a:srgbClr>
                  </a:gs>
                  <a:gs pos="10000">
                    <a:srgbClr val="D7031D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Freeform 44"/>
              <p:cNvSpPr>
                <a:spLocks noChangeAspect="1"/>
              </p:cNvSpPr>
              <p:nvPr userDrawn="1"/>
            </p:nvSpPr>
            <p:spPr bwMode="auto">
              <a:xfrm>
                <a:off x="-2446024" y="6461967"/>
                <a:ext cx="2091353" cy="133887"/>
              </a:xfrm>
              <a:custGeom>
                <a:avLst/>
                <a:gdLst>
                  <a:gd name="T0" fmla="*/ 58 w 1559"/>
                  <a:gd name="T1" fmla="*/ 24 h 98"/>
                  <a:gd name="T2" fmla="*/ 9 w 1559"/>
                  <a:gd name="T3" fmla="*/ 74 h 98"/>
                  <a:gd name="T4" fmla="*/ 19 w 1559"/>
                  <a:gd name="T5" fmla="*/ 98 h 98"/>
                  <a:gd name="T6" fmla="*/ 1559 w 1559"/>
                  <a:gd name="T7" fmla="*/ 98 h 98"/>
                  <a:gd name="T8" fmla="*/ 1559 w 1559"/>
                  <a:gd name="T9" fmla="*/ 0 h 98"/>
                  <a:gd name="T10" fmla="*/ 117 w 1559"/>
                  <a:gd name="T11" fmla="*/ 0 h 98"/>
                  <a:gd name="T12" fmla="*/ 58 w 1559"/>
                  <a:gd name="T13" fmla="*/ 2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59" h="98">
                    <a:moveTo>
                      <a:pt x="58" y="24"/>
                    </a:moveTo>
                    <a:cubicBezTo>
                      <a:pt x="9" y="74"/>
                      <a:pt x="9" y="74"/>
                      <a:pt x="9" y="74"/>
                    </a:cubicBezTo>
                    <a:cubicBezTo>
                      <a:pt x="0" y="82"/>
                      <a:pt x="6" y="98"/>
                      <a:pt x="19" y="98"/>
                    </a:cubicBezTo>
                    <a:cubicBezTo>
                      <a:pt x="1559" y="98"/>
                      <a:pt x="1559" y="98"/>
                      <a:pt x="1559" y="98"/>
                    </a:cubicBezTo>
                    <a:cubicBezTo>
                      <a:pt x="1559" y="0"/>
                      <a:pt x="1559" y="0"/>
                      <a:pt x="1559" y="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95" y="0"/>
                      <a:pt x="74" y="9"/>
                      <a:pt x="58" y="24"/>
                    </a:cubicBezTo>
                    <a:close/>
                  </a:path>
                </a:pathLst>
              </a:custGeom>
              <a:gradFill>
                <a:gsLst>
                  <a:gs pos="84000">
                    <a:srgbClr val="2350A2">
                      <a:alpha val="0"/>
                    </a:srgbClr>
                  </a:gs>
                  <a:gs pos="54000">
                    <a:srgbClr val="536EAE"/>
                  </a:gs>
                  <a:gs pos="0">
                    <a:srgbClr val="D5031C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lvl="0"/>
                <a:endParaRPr lang="zh-CN" altLang="en-US"/>
              </a:p>
            </p:txBody>
          </p:sp>
          <p:sp>
            <p:nvSpPr>
              <p:cNvPr id="25" name="Freeform 44"/>
              <p:cNvSpPr>
                <a:spLocks noChangeAspect="1"/>
              </p:cNvSpPr>
              <p:nvPr userDrawn="1"/>
            </p:nvSpPr>
            <p:spPr bwMode="auto">
              <a:xfrm>
                <a:off x="-2446024" y="6217900"/>
                <a:ext cx="2091353" cy="133887"/>
              </a:xfrm>
              <a:custGeom>
                <a:avLst/>
                <a:gdLst>
                  <a:gd name="T0" fmla="*/ 58 w 1559"/>
                  <a:gd name="T1" fmla="*/ 24 h 98"/>
                  <a:gd name="T2" fmla="*/ 9 w 1559"/>
                  <a:gd name="T3" fmla="*/ 74 h 98"/>
                  <a:gd name="T4" fmla="*/ 19 w 1559"/>
                  <a:gd name="T5" fmla="*/ 98 h 98"/>
                  <a:gd name="T6" fmla="*/ 1559 w 1559"/>
                  <a:gd name="T7" fmla="*/ 98 h 98"/>
                  <a:gd name="T8" fmla="*/ 1559 w 1559"/>
                  <a:gd name="T9" fmla="*/ 0 h 98"/>
                  <a:gd name="T10" fmla="*/ 117 w 1559"/>
                  <a:gd name="T11" fmla="*/ 0 h 98"/>
                  <a:gd name="T12" fmla="*/ 58 w 1559"/>
                  <a:gd name="T13" fmla="*/ 2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59" h="98">
                    <a:moveTo>
                      <a:pt x="58" y="24"/>
                    </a:moveTo>
                    <a:cubicBezTo>
                      <a:pt x="9" y="74"/>
                      <a:pt x="9" y="74"/>
                      <a:pt x="9" y="74"/>
                    </a:cubicBezTo>
                    <a:cubicBezTo>
                      <a:pt x="0" y="82"/>
                      <a:pt x="6" y="98"/>
                      <a:pt x="19" y="98"/>
                    </a:cubicBezTo>
                    <a:cubicBezTo>
                      <a:pt x="1559" y="98"/>
                      <a:pt x="1559" y="98"/>
                      <a:pt x="1559" y="98"/>
                    </a:cubicBezTo>
                    <a:cubicBezTo>
                      <a:pt x="1559" y="0"/>
                      <a:pt x="1559" y="0"/>
                      <a:pt x="1559" y="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95" y="0"/>
                      <a:pt x="74" y="9"/>
                      <a:pt x="58" y="24"/>
                    </a:cubicBezTo>
                    <a:close/>
                  </a:path>
                </a:pathLst>
              </a:custGeom>
              <a:gradFill>
                <a:gsLst>
                  <a:gs pos="36000">
                    <a:srgbClr val="536EAE">
                      <a:alpha val="29691"/>
                    </a:srgbClr>
                  </a:gs>
                  <a:gs pos="80000">
                    <a:srgbClr val="536EAE">
                      <a:alpha val="0"/>
                    </a:srgbClr>
                  </a:gs>
                  <a:gs pos="10000">
                    <a:srgbClr val="536EAE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" name="Freeform 44"/>
              <p:cNvSpPr>
                <a:spLocks noChangeAspect="1"/>
              </p:cNvSpPr>
              <p:nvPr userDrawn="1"/>
            </p:nvSpPr>
            <p:spPr bwMode="auto">
              <a:xfrm>
                <a:off x="-2446024" y="6724113"/>
                <a:ext cx="2091353" cy="133887"/>
              </a:xfrm>
              <a:custGeom>
                <a:avLst/>
                <a:gdLst>
                  <a:gd name="T0" fmla="*/ 58 w 1559"/>
                  <a:gd name="T1" fmla="*/ 24 h 98"/>
                  <a:gd name="T2" fmla="*/ 9 w 1559"/>
                  <a:gd name="T3" fmla="*/ 74 h 98"/>
                  <a:gd name="T4" fmla="*/ 19 w 1559"/>
                  <a:gd name="T5" fmla="*/ 98 h 98"/>
                  <a:gd name="T6" fmla="*/ 1559 w 1559"/>
                  <a:gd name="T7" fmla="*/ 98 h 98"/>
                  <a:gd name="T8" fmla="*/ 1559 w 1559"/>
                  <a:gd name="T9" fmla="*/ 0 h 98"/>
                  <a:gd name="T10" fmla="*/ 117 w 1559"/>
                  <a:gd name="T11" fmla="*/ 0 h 98"/>
                  <a:gd name="T12" fmla="*/ 58 w 1559"/>
                  <a:gd name="T13" fmla="*/ 2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59" h="98">
                    <a:moveTo>
                      <a:pt x="58" y="24"/>
                    </a:moveTo>
                    <a:cubicBezTo>
                      <a:pt x="9" y="74"/>
                      <a:pt x="9" y="74"/>
                      <a:pt x="9" y="74"/>
                    </a:cubicBezTo>
                    <a:cubicBezTo>
                      <a:pt x="0" y="82"/>
                      <a:pt x="6" y="98"/>
                      <a:pt x="19" y="98"/>
                    </a:cubicBezTo>
                    <a:cubicBezTo>
                      <a:pt x="1559" y="98"/>
                      <a:pt x="1559" y="98"/>
                      <a:pt x="1559" y="98"/>
                    </a:cubicBezTo>
                    <a:cubicBezTo>
                      <a:pt x="1559" y="0"/>
                      <a:pt x="1559" y="0"/>
                      <a:pt x="1559" y="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95" y="0"/>
                      <a:pt x="74" y="9"/>
                      <a:pt x="58" y="24"/>
                    </a:cubicBezTo>
                    <a:close/>
                  </a:path>
                </a:pathLst>
              </a:custGeom>
              <a:gradFill>
                <a:gsLst>
                  <a:gs pos="80000">
                    <a:srgbClr val="CACCD5">
                      <a:alpha val="0"/>
                    </a:srgbClr>
                  </a:gs>
                  <a:gs pos="61000">
                    <a:srgbClr val="D7DAE3"/>
                  </a:gs>
                  <a:gs pos="3000">
                    <a:schemeClr val="bg1">
                      <a:lumMod val="5000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lvl="0"/>
                <a:endParaRPr lang="zh-CN" altLang="en-US"/>
              </a:p>
            </p:txBody>
          </p:sp>
        </p:grpSp>
        <p:sp>
          <p:nvSpPr>
            <p:cNvPr id="15" name="标题 1"/>
            <p:cNvSpPr txBox="1"/>
            <p:nvPr userDrawn="1"/>
          </p:nvSpPr>
          <p:spPr>
            <a:xfrm>
              <a:off x="-3422170" y="4729137"/>
              <a:ext cx="3022195" cy="215444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4400" b="1" i="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8"/>
                  <a:ea typeface="思源黑体 CN Bold" panose="020B0800000000000000" pitchFamily="34" charset="-128"/>
                  <a:cs typeface="+mj-cs"/>
                </a:defRPr>
              </a:lvl1pPr>
            </a:lstStyle>
            <a:p>
              <a:pPr algn="r">
                <a:lnSpc>
                  <a:spcPct val="100000"/>
                </a:lnSpc>
              </a:pPr>
              <a:r>
                <a:rPr kumimoji="1" lang="zh-CN" altLang="en-US" sz="1400" b="0" i="0" kern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500000000000000" pitchFamily="34" charset="-122"/>
                  <a:ea typeface="思源黑体 CN Light" panose="020B0500000000000000" pitchFamily="34" charset="-122"/>
                  <a:cs typeface="+mj-cs"/>
                </a:rPr>
                <a:t>请使用以下配色方案</a:t>
              </a:r>
              <a:endParaRPr kumimoji="1" lang="zh-CN" altLang="en-US" sz="1400" b="0" i="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500000000000000" pitchFamily="34" charset="-122"/>
                <a:ea typeface="思源黑体 CN Light" panose="020B0500000000000000" pitchFamily="34" charset="-122"/>
                <a:cs typeface="+mj-cs"/>
              </a:endParaRPr>
            </a:p>
          </p:txBody>
        </p:sp>
        <p:grpSp>
          <p:nvGrpSpPr>
            <p:cNvPr id="17" name="组合 16"/>
            <p:cNvGrpSpPr/>
            <p:nvPr userDrawn="1"/>
          </p:nvGrpSpPr>
          <p:grpSpPr>
            <a:xfrm>
              <a:off x="-2625744" y="5150166"/>
              <a:ext cx="2225768" cy="338260"/>
              <a:chOff x="-2625744" y="5150166"/>
              <a:chExt cx="2225768" cy="338260"/>
            </a:xfrm>
          </p:grpSpPr>
          <p:sp>
            <p:nvSpPr>
              <p:cNvPr id="18" name="圆角矩形 12"/>
              <p:cNvSpPr/>
              <p:nvPr userDrawn="1"/>
            </p:nvSpPr>
            <p:spPr>
              <a:xfrm>
                <a:off x="-2625744" y="5150166"/>
                <a:ext cx="338259" cy="338260"/>
              </a:xfrm>
              <a:prstGeom prst="roundRect">
                <a:avLst/>
              </a:prstGeom>
              <a:solidFill>
                <a:srgbClr val="D7031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9" name="圆角矩形 13"/>
              <p:cNvSpPr/>
              <p:nvPr userDrawn="1"/>
            </p:nvSpPr>
            <p:spPr>
              <a:xfrm>
                <a:off x="-2153500" y="5150166"/>
                <a:ext cx="338259" cy="338260"/>
              </a:xfrm>
              <a:prstGeom prst="roundRect">
                <a:avLst/>
              </a:prstGeom>
              <a:solidFill>
                <a:srgbClr val="682D5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0" name="圆角矩形 14"/>
              <p:cNvSpPr/>
              <p:nvPr userDrawn="1"/>
            </p:nvSpPr>
            <p:spPr>
              <a:xfrm>
                <a:off x="-1209532" y="5150166"/>
                <a:ext cx="338259" cy="338260"/>
              </a:xfrm>
              <a:prstGeom prst="round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21" name="圆角矩形 23"/>
              <p:cNvSpPr/>
              <p:nvPr userDrawn="1"/>
            </p:nvSpPr>
            <p:spPr>
              <a:xfrm>
                <a:off x="-738235" y="5150166"/>
                <a:ext cx="338259" cy="338260"/>
              </a:xfrm>
              <a:prstGeom prst="round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22" name="圆角矩形 13"/>
              <p:cNvSpPr/>
              <p:nvPr userDrawn="1"/>
            </p:nvSpPr>
            <p:spPr>
              <a:xfrm>
                <a:off x="-1681776" y="5150166"/>
                <a:ext cx="338259" cy="338260"/>
              </a:xfrm>
              <a:prstGeom prst="roundRect">
                <a:avLst/>
              </a:prstGeom>
              <a:solidFill>
                <a:srgbClr val="235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</p:grpSp>
      <p:grpSp>
        <p:nvGrpSpPr>
          <p:cNvPr id="27" name="组合 26"/>
          <p:cNvGrpSpPr/>
          <p:nvPr userDrawn="1"/>
        </p:nvGrpSpPr>
        <p:grpSpPr>
          <a:xfrm>
            <a:off x="-4095953" y="135173"/>
            <a:ext cx="3867352" cy="742305"/>
            <a:chOff x="-4095953" y="135173"/>
            <a:chExt cx="3867352" cy="742305"/>
          </a:xfrm>
        </p:grpSpPr>
        <p:sp>
          <p:nvSpPr>
            <p:cNvPr id="28" name="标题 1"/>
            <p:cNvSpPr txBox="1"/>
            <p:nvPr/>
          </p:nvSpPr>
          <p:spPr>
            <a:xfrm>
              <a:off x="-4095953" y="135173"/>
              <a:ext cx="3468581" cy="430887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4400" b="1" i="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Han Sans CN Bold" panose="020B0500000000000000" pitchFamily="34" charset="-128"/>
                  <a:ea typeface="Source Han Sans CN Bold" panose="020B0500000000000000" pitchFamily="34" charset="-128"/>
                  <a:cs typeface="+mj-cs"/>
                </a:defRPr>
              </a:lvl1pPr>
            </a:lstStyle>
            <a:p>
              <a:pPr algn="r">
                <a:lnSpc>
                  <a:spcPct val="100000"/>
                </a:lnSpc>
              </a:pPr>
              <a:r>
                <a:rPr kumimoji="1" lang="zh-CN" altLang="en-US" sz="2800" b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500000000000000" pitchFamily="34" charset="-122"/>
                  <a:ea typeface="思源黑体 CN Medium" panose="020B0500000000000000" pitchFamily="34" charset="-122"/>
                </a:rPr>
                <a:t xml:space="preserve">思源黑体 </a:t>
              </a:r>
              <a:r>
                <a:rPr kumimoji="1" lang="en-US" altLang="zh-CN" sz="2800" b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500000000000000" pitchFamily="34" charset="-122"/>
                  <a:ea typeface="思源黑体 CN Medium" panose="020B0500000000000000" pitchFamily="34" charset="-122"/>
                </a:rPr>
                <a:t>Medium 28</a:t>
              </a:r>
              <a:endParaRPr kumimoji="1" lang="zh-CN" altLang="en-US" sz="28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500000000000000" pitchFamily="34" charset="-122"/>
                <a:ea typeface="思源黑体 CN Medium" panose="020B0500000000000000" pitchFamily="34" charset="-122"/>
              </a:endParaRPr>
            </a:p>
          </p:txBody>
        </p:sp>
        <p:sp>
          <p:nvSpPr>
            <p:cNvPr id="29" name="标题 1"/>
            <p:cNvSpPr txBox="1"/>
            <p:nvPr/>
          </p:nvSpPr>
          <p:spPr>
            <a:xfrm>
              <a:off x="-3649567" y="600479"/>
              <a:ext cx="3022195" cy="276999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4400" b="1" i="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Han Sans CN Bold" panose="020B0500000000000000" pitchFamily="34" charset="-128"/>
                  <a:ea typeface="Source Han Sans CN Bold" panose="020B0500000000000000" pitchFamily="34" charset="-128"/>
                  <a:cs typeface="+mj-cs"/>
                </a:defRPr>
              </a:lvl1pPr>
            </a:lstStyle>
            <a:p>
              <a:pPr algn="r">
                <a:lnSpc>
                  <a:spcPct val="100000"/>
                </a:lnSpc>
              </a:pPr>
              <a:r>
                <a:rPr kumimoji="1" lang="zh-CN" altLang="en-US" sz="1800" b="0" i="0" kern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500000000000000" pitchFamily="34" charset="-122"/>
                  <a:ea typeface="思源黑体 CN Light" panose="020B0500000000000000" pitchFamily="34" charset="-122"/>
                  <a:cs typeface="+mj-cs"/>
                </a:rPr>
                <a:t xml:space="preserve">思源黑体 </a:t>
              </a:r>
              <a:r>
                <a:rPr kumimoji="1" lang="en-US" altLang="zh-CN" sz="1800" b="0" i="0" kern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500000000000000" pitchFamily="34" charset="-122"/>
                  <a:ea typeface="思源黑体 CN Light" panose="020B0500000000000000" pitchFamily="34" charset="-122"/>
                  <a:cs typeface="+mj-cs"/>
                </a:rPr>
                <a:t>Light  18</a:t>
              </a:r>
              <a:endParaRPr kumimoji="1" lang="zh-CN" altLang="en-US" sz="1800" b="0" i="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500000000000000" pitchFamily="34" charset="-122"/>
                <a:ea typeface="思源黑体 CN Light" panose="020B0500000000000000" pitchFamily="34" charset="-122"/>
                <a:cs typeface="+mj-cs"/>
              </a:endParaRPr>
            </a:p>
          </p:txBody>
        </p:sp>
        <p:cxnSp>
          <p:nvCxnSpPr>
            <p:cNvPr id="30" name="直线连接符 22"/>
            <p:cNvCxnSpPr/>
            <p:nvPr/>
          </p:nvCxnSpPr>
          <p:spPr>
            <a:xfrm flipV="1">
              <a:off x="-514865" y="355660"/>
              <a:ext cx="286264" cy="1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线连接符 24"/>
            <p:cNvCxnSpPr/>
            <p:nvPr/>
          </p:nvCxnSpPr>
          <p:spPr>
            <a:xfrm flipV="1">
              <a:off x="-514865" y="728639"/>
              <a:ext cx="286264" cy="1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主题页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 descr="图片包含 文本  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23837" y="354389"/>
            <a:ext cx="1132773" cy="41060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4030500" y="1749373"/>
            <a:ext cx="4131000" cy="3240000"/>
          </a:xfrm>
          <a:prstGeom prst="rect">
            <a:avLst/>
          </a:prstGeom>
        </p:spPr>
      </p:pic>
      <p:grpSp>
        <p:nvGrpSpPr>
          <p:cNvPr id="3" name="组合 2"/>
          <p:cNvGrpSpPr/>
          <p:nvPr userDrawn="1"/>
        </p:nvGrpSpPr>
        <p:grpSpPr>
          <a:xfrm>
            <a:off x="-4626886" y="2907981"/>
            <a:ext cx="4336302" cy="953748"/>
            <a:chOff x="-4626886" y="2907981"/>
            <a:chExt cx="4336302" cy="953748"/>
          </a:xfrm>
        </p:grpSpPr>
        <p:sp>
          <p:nvSpPr>
            <p:cNvPr id="15" name="标题 1"/>
            <p:cNvSpPr txBox="1"/>
            <p:nvPr/>
          </p:nvSpPr>
          <p:spPr>
            <a:xfrm>
              <a:off x="-4626886" y="2907981"/>
              <a:ext cx="3916923" cy="492443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4400" b="1" i="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Han Sans CN Bold" panose="020B0500000000000000" pitchFamily="34" charset="-128"/>
                  <a:ea typeface="Source Han Sans CN Bold" panose="020B0500000000000000" pitchFamily="34" charset="-128"/>
                  <a:cs typeface="+mj-cs"/>
                </a:defRPr>
              </a:lvl1pPr>
            </a:lstStyle>
            <a:p>
              <a:pPr algn="r"/>
              <a:r>
                <a:rPr kumimoji="1" lang="zh-CN" altLang="en-US" sz="3200" b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500000000000000" pitchFamily="34" charset="-122"/>
                  <a:ea typeface="思源黑体 CN Medium" panose="020B0500000000000000" pitchFamily="34" charset="-122"/>
                </a:rPr>
                <a:t xml:space="preserve">思源黑体 </a:t>
              </a:r>
              <a:r>
                <a:rPr kumimoji="1" lang="en-US" altLang="zh-CN" sz="3200" b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500000000000000" pitchFamily="34" charset="-122"/>
                  <a:ea typeface="思源黑体 CN Medium" panose="020B0500000000000000" pitchFamily="34" charset="-122"/>
                </a:rPr>
                <a:t>Medium 32</a:t>
              </a:r>
              <a:endParaRPr kumimoji="1" lang="zh-CN" altLang="en-US" sz="3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500000000000000" pitchFamily="34" charset="-122"/>
                <a:ea typeface="思源黑体 CN Medium" panose="020B0500000000000000" pitchFamily="34" charset="-122"/>
              </a:endParaRPr>
            </a:p>
          </p:txBody>
        </p:sp>
        <p:sp>
          <p:nvSpPr>
            <p:cNvPr id="16" name="标题 1"/>
            <p:cNvSpPr txBox="1"/>
            <p:nvPr/>
          </p:nvSpPr>
          <p:spPr>
            <a:xfrm>
              <a:off x="-3978442" y="3584730"/>
              <a:ext cx="3268479" cy="276999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4400" b="1" i="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Han Sans CN Bold" panose="020B0500000000000000" pitchFamily="34" charset="-128"/>
                  <a:ea typeface="Source Han Sans CN Bold" panose="020B0500000000000000" pitchFamily="34" charset="-128"/>
                  <a:cs typeface="+mj-cs"/>
                </a:defRPr>
              </a:lvl1pPr>
            </a:lstStyle>
            <a:p>
              <a:pPr algn="r"/>
              <a:r>
                <a:rPr kumimoji="1" lang="en-US" altLang="zh-CN" sz="1800" b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 Medium" panose="00000600000000000000" pitchFamily="50" charset="0"/>
                  <a:ea typeface="Source Han Sans CN Light" panose="020B0500000000000000" pitchFamily="34" charset="-128"/>
                </a:rPr>
                <a:t>Montserrat-Medium 18</a:t>
              </a:r>
              <a:endParaRPr kumimoji="1" lang="en-US" altLang="zh-CN" sz="18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 Medium" panose="00000600000000000000" pitchFamily="50" charset="0"/>
                <a:ea typeface="Source Han Sans CN Light" panose="020B0500000000000000" pitchFamily="34" charset="-128"/>
              </a:endParaRPr>
            </a:p>
          </p:txBody>
        </p:sp>
        <p:cxnSp>
          <p:nvCxnSpPr>
            <p:cNvPr id="17" name="直线连接符 16"/>
            <p:cNvCxnSpPr/>
            <p:nvPr/>
          </p:nvCxnSpPr>
          <p:spPr>
            <a:xfrm flipV="1">
              <a:off x="-576848" y="3216884"/>
              <a:ext cx="286264" cy="1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线连接符 17"/>
            <p:cNvCxnSpPr/>
            <p:nvPr/>
          </p:nvCxnSpPr>
          <p:spPr>
            <a:xfrm flipV="1">
              <a:off x="-576848" y="3723230"/>
              <a:ext cx="286264" cy="1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 userDrawn="1"/>
        </p:nvGrpSpPr>
        <p:grpSpPr>
          <a:xfrm>
            <a:off x="-3422170" y="4729137"/>
            <a:ext cx="3067499" cy="2128863"/>
            <a:chOff x="-3422170" y="4729137"/>
            <a:chExt cx="3067499" cy="2128863"/>
          </a:xfrm>
        </p:grpSpPr>
        <p:grpSp>
          <p:nvGrpSpPr>
            <p:cNvPr id="6" name="组合 5"/>
            <p:cNvGrpSpPr/>
            <p:nvPr userDrawn="1"/>
          </p:nvGrpSpPr>
          <p:grpSpPr>
            <a:xfrm>
              <a:off x="-2446024" y="5973833"/>
              <a:ext cx="2091353" cy="884167"/>
              <a:chOff x="-2446024" y="5973833"/>
              <a:chExt cx="2091353" cy="884167"/>
            </a:xfrm>
          </p:grpSpPr>
          <p:sp>
            <p:nvSpPr>
              <p:cNvPr id="14" name="Freeform 44"/>
              <p:cNvSpPr>
                <a:spLocks noChangeAspect="1"/>
              </p:cNvSpPr>
              <p:nvPr userDrawn="1"/>
            </p:nvSpPr>
            <p:spPr bwMode="auto">
              <a:xfrm>
                <a:off x="-2446024" y="5973833"/>
                <a:ext cx="2091353" cy="133887"/>
              </a:xfrm>
              <a:custGeom>
                <a:avLst/>
                <a:gdLst>
                  <a:gd name="T0" fmla="*/ 58 w 1559"/>
                  <a:gd name="T1" fmla="*/ 24 h 98"/>
                  <a:gd name="T2" fmla="*/ 9 w 1559"/>
                  <a:gd name="T3" fmla="*/ 74 h 98"/>
                  <a:gd name="T4" fmla="*/ 19 w 1559"/>
                  <a:gd name="T5" fmla="*/ 98 h 98"/>
                  <a:gd name="T6" fmla="*/ 1559 w 1559"/>
                  <a:gd name="T7" fmla="*/ 98 h 98"/>
                  <a:gd name="T8" fmla="*/ 1559 w 1559"/>
                  <a:gd name="T9" fmla="*/ 0 h 98"/>
                  <a:gd name="T10" fmla="*/ 117 w 1559"/>
                  <a:gd name="T11" fmla="*/ 0 h 98"/>
                  <a:gd name="T12" fmla="*/ 58 w 1559"/>
                  <a:gd name="T13" fmla="*/ 2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59" h="98">
                    <a:moveTo>
                      <a:pt x="58" y="24"/>
                    </a:moveTo>
                    <a:cubicBezTo>
                      <a:pt x="9" y="74"/>
                      <a:pt x="9" y="74"/>
                      <a:pt x="9" y="74"/>
                    </a:cubicBezTo>
                    <a:cubicBezTo>
                      <a:pt x="0" y="82"/>
                      <a:pt x="6" y="98"/>
                      <a:pt x="19" y="98"/>
                    </a:cubicBezTo>
                    <a:cubicBezTo>
                      <a:pt x="1559" y="98"/>
                      <a:pt x="1559" y="98"/>
                      <a:pt x="1559" y="98"/>
                    </a:cubicBezTo>
                    <a:cubicBezTo>
                      <a:pt x="1559" y="0"/>
                      <a:pt x="1559" y="0"/>
                      <a:pt x="1559" y="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95" y="0"/>
                      <a:pt x="74" y="9"/>
                      <a:pt x="58" y="24"/>
                    </a:cubicBezTo>
                    <a:close/>
                  </a:path>
                </a:pathLst>
              </a:custGeom>
              <a:gradFill>
                <a:gsLst>
                  <a:gs pos="51000">
                    <a:srgbClr val="D5031C">
                      <a:alpha val="30000"/>
                    </a:srgbClr>
                  </a:gs>
                  <a:gs pos="80000">
                    <a:srgbClr val="D5031C">
                      <a:alpha val="0"/>
                    </a:srgbClr>
                  </a:gs>
                  <a:gs pos="10000">
                    <a:srgbClr val="D7031D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" name="Freeform 44"/>
              <p:cNvSpPr>
                <a:spLocks noChangeAspect="1"/>
              </p:cNvSpPr>
              <p:nvPr userDrawn="1"/>
            </p:nvSpPr>
            <p:spPr bwMode="auto">
              <a:xfrm>
                <a:off x="-2446024" y="6461967"/>
                <a:ext cx="2091353" cy="133887"/>
              </a:xfrm>
              <a:custGeom>
                <a:avLst/>
                <a:gdLst>
                  <a:gd name="T0" fmla="*/ 58 w 1559"/>
                  <a:gd name="T1" fmla="*/ 24 h 98"/>
                  <a:gd name="T2" fmla="*/ 9 w 1559"/>
                  <a:gd name="T3" fmla="*/ 74 h 98"/>
                  <a:gd name="T4" fmla="*/ 19 w 1559"/>
                  <a:gd name="T5" fmla="*/ 98 h 98"/>
                  <a:gd name="T6" fmla="*/ 1559 w 1559"/>
                  <a:gd name="T7" fmla="*/ 98 h 98"/>
                  <a:gd name="T8" fmla="*/ 1559 w 1559"/>
                  <a:gd name="T9" fmla="*/ 0 h 98"/>
                  <a:gd name="T10" fmla="*/ 117 w 1559"/>
                  <a:gd name="T11" fmla="*/ 0 h 98"/>
                  <a:gd name="T12" fmla="*/ 58 w 1559"/>
                  <a:gd name="T13" fmla="*/ 2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59" h="98">
                    <a:moveTo>
                      <a:pt x="58" y="24"/>
                    </a:moveTo>
                    <a:cubicBezTo>
                      <a:pt x="9" y="74"/>
                      <a:pt x="9" y="74"/>
                      <a:pt x="9" y="74"/>
                    </a:cubicBezTo>
                    <a:cubicBezTo>
                      <a:pt x="0" y="82"/>
                      <a:pt x="6" y="98"/>
                      <a:pt x="19" y="98"/>
                    </a:cubicBezTo>
                    <a:cubicBezTo>
                      <a:pt x="1559" y="98"/>
                      <a:pt x="1559" y="98"/>
                      <a:pt x="1559" y="98"/>
                    </a:cubicBezTo>
                    <a:cubicBezTo>
                      <a:pt x="1559" y="0"/>
                      <a:pt x="1559" y="0"/>
                      <a:pt x="1559" y="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95" y="0"/>
                      <a:pt x="74" y="9"/>
                      <a:pt x="58" y="24"/>
                    </a:cubicBezTo>
                    <a:close/>
                  </a:path>
                </a:pathLst>
              </a:custGeom>
              <a:gradFill>
                <a:gsLst>
                  <a:gs pos="84000">
                    <a:srgbClr val="2350A2">
                      <a:alpha val="0"/>
                    </a:srgbClr>
                  </a:gs>
                  <a:gs pos="54000">
                    <a:srgbClr val="536EAE"/>
                  </a:gs>
                  <a:gs pos="0">
                    <a:srgbClr val="D5031C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lvl="0"/>
                <a:endParaRPr lang="zh-CN" altLang="en-US"/>
              </a:p>
            </p:txBody>
          </p:sp>
          <p:sp>
            <p:nvSpPr>
              <p:cNvPr id="20" name="Freeform 44"/>
              <p:cNvSpPr>
                <a:spLocks noChangeAspect="1"/>
              </p:cNvSpPr>
              <p:nvPr userDrawn="1"/>
            </p:nvSpPr>
            <p:spPr bwMode="auto">
              <a:xfrm>
                <a:off x="-2446024" y="6217900"/>
                <a:ext cx="2091353" cy="133887"/>
              </a:xfrm>
              <a:custGeom>
                <a:avLst/>
                <a:gdLst>
                  <a:gd name="T0" fmla="*/ 58 w 1559"/>
                  <a:gd name="T1" fmla="*/ 24 h 98"/>
                  <a:gd name="T2" fmla="*/ 9 w 1559"/>
                  <a:gd name="T3" fmla="*/ 74 h 98"/>
                  <a:gd name="T4" fmla="*/ 19 w 1559"/>
                  <a:gd name="T5" fmla="*/ 98 h 98"/>
                  <a:gd name="T6" fmla="*/ 1559 w 1559"/>
                  <a:gd name="T7" fmla="*/ 98 h 98"/>
                  <a:gd name="T8" fmla="*/ 1559 w 1559"/>
                  <a:gd name="T9" fmla="*/ 0 h 98"/>
                  <a:gd name="T10" fmla="*/ 117 w 1559"/>
                  <a:gd name="T11" fmla="*/ 0 h 98"/>
                  <a:gd name="T12" fmla="*/ 58 w 1559"/>
                  <a:gd name="T13" fmla="*/ 2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59" h="98">
                    <a:moveTo>
                      <a:pt x="58" y="24"/>
                    </a:moveTo>
                    <a:cubicBezTo>
                      <a:pt x="9" y="74"/>
                      <a:pt x="9" y="74"/>
                      <a:pt x="9" y="74"/>
                    </a:cubicBezTo>
                    <a:cubicBezTo>
                      <a:pt x="0" y="82"/>
                      <a:pt x="6" y="98"/>
                      <a:pt x="19" y="98"/>
                    </a:cubicBezTo>
                    <a:cubicBezTo>
                      <a:pt x="1559" y="98"/>
                      <a:pt x="1559" y="98"/>
                      <a:pt x="1559" y="98"/>
                    </a:cubicBezTo>
                    <a:cubicBezTo>
                      <a:pt x="1559" y="0"/>
                      <a:pt x="1559" y="0"/>
                      <a:pt x="1559" y="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95" y="0"/>
                      <a:pt x="74" y="9"/>
                      <a:pt x="58" y="24"/>
                    </a:cubicBezTo>
                    <a:close/>
                  </a:path>
                </a:pathLst>
              </a:custGeom>
              <a:gradFill>
                <a:gsLst>
                  <a:gs pos="36000">
                    <a:srgbClr val="536EAE">
                      <a:alpha val="29691"/>
                    </a:srgbClr>
                  </a:gs>
                  <a:gs pos="80000">
                    <a:srgbClr val="536EAE">
                      <a:alpha val="0"/>
                    </a:srgbClr>
                  </a:gs>
                  <a:gs pos="10000">
                    <a:srgbClr val="536EAE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 44"/>
              <p:cNvSpPr>
                <a:spLocks noChangeAspect="1"/>
              </p:cNvSpPr>
              <p:nvPr userDrawn="1"/>
            </p:nvSpPr>
            <p:spPr bwMode="auto">
              <a:xfrm>
                <a:off x="-2446024" y="6724113"/>
                <a:ext cx="2091353" cy="133887"/>
              </a:xfrm>
              <a:custGeom>
                <a:avLst/>
                <a:gdLst>
                  <a:gd name="T0" fmla="*/ 58 w 1559"/>
                  <a:gd name="T1" fmla="*/ 24 h 98"/>
                  <a:gd name="T2" fmla="*/ 9 w 1559"/>
                  <a:gd name="T3" fmla="*/ 74 h 98"/>
                  <a:gd name="T4" fmla="*/ 19 w 1559"/>
                  <a:gd name="T5" fmla="*/ 98 h 98"/>
                  <a:gd name="T6" fmla="*/ 1559 w 1559"/>
                  <a:gd name="T7" fmla="*/ 98 h 98"/>
                  <a:gd name="T8" fmla="*/ 1559 w 1559"/>
                  <a:gd name="T9" fmla="*/ 0 h 98"/>
                  <a:gd name="T10" fmla="*/ 117 w 1559"/>
                  <a:gd name="T11" fmla="*/ 0 h 98"/>
                  <a:gd name="T12" fmla="*/ 58 w 1559"/>
                  <a:gd name="T13" fmla="*/ 2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59" h="98">
                    <a:moveTo>
                      <a:pt x="58" y="24"/>
                    </a:moveTo>
                    <a:cubicBezTo>
                      <a:pt x="9" y="74"/>
                      <a:pt x="9" y="74"/>
                      <a:pt x="9" y="74"/>
                    </a:cubicBezTo>
                    <a:cubicBezTo>
                      <a:pt x="0" y="82"/>
                      <a:pt x="6" y="98"/>
                      <a:pt x="19" y="98"/>
                    </a:cubicBezTo>
                    <a:cubicBezTo>
                      <a:pt x="1559" y="98"/>
                      <a:pt x="1559" y="98"/>
                      <a:pt x="1559" y="98"/>
                    </a:cubicBezTo>
                    <a:cubicBezTo>
                      <a:pt x="1559" y="0"/>
                      <a:pt x="1559" y="0"/>
                      <a:pt x="1559" y="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95" y="0"/>
                      <a:pt x="74" y="9"/>
                      <a:pt x="58" y="24"/>
                    </a:cubicBezTo>
                    <a:close/>
                  </a:path>
                </a:pathLst>
              </a:custGeom>
              <a:gradFill>
                <a:gsLst>
                  <a:gs pos="80000">
                    <a:srgbClr val="CACCD5">
                      <a:alpha val="0"/>
                    </a:srgbClr>
                  </a:gs>
                  <a:gs pos="61000">
                    <a:srgbClr val="D7DAE3"/>
                  </a:gs>
                  <a:gs pos="3000">
                    <a:schemeClr val="bg1">
                      <a:lumMod val="5000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lvl="0"/>
                <a:endParaRPr lang="zh-CN" altLang="en-US"/>
              </a:p>
            </p:txBody>
          </p:sp>
        </p:grpSp>
        <p:sp>
          <p:nvSpPr>
            <p:cNvPr id="7" name="标题 1"/>
            <p:cNvSpPr txBox="1"/>
            <p:nvPr userDrawn="1"/>
          </p:nvSpPr>
          <p:spPr>
            <a:xfrm>
              <a:off x="-3422170" y="4729137"/>
              <a:ext cx="3022195" cy="215444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4400" b="1" i="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8"/>
                  <a:ea typeface="思源黑体 CN Bold" panose="020B0800000000000000" pitchFamily="34" charset="-128"/>
                  <a:cs typeface="+mj-cs"/>
                </a:defRPr>
              </a:lvl1pPr>
            </a:lstStyle>
            <a:p>
              <a:pPr algn="r">
                <a:lnSpc>
                  <a:spcPct val="100000"/>
                </a:lnSpc>
              </a:pPr>
              <a:r>
                <a:rPr kumimoji="1" lang="zh-CN" altLang="en-US" sz="1400" b="0" i="0" kern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500000000000000" pitchFamily="34" charset="-122"/>
                  <a:ea typeface="思源黑体 CN Light" panose="020B0500000000000000" pitchFamily="34" charset="-122"/>
                  <a:cs typeface="+mj-cs"/>
                </a:rPr>
                <a:t>请使用以下配色方案</a:t>
              </a:r>
              <a:endParaRPr kumimoji="1" lang="zh-CN" altLang="en-US" sz="1400" b="0" i="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500000000000000" pitchFamily="34" charset="-122"/>
                <a:ea typeface="思源黑体 CN Light" panose="020B0500000000000000" pitchFamily="34" charset="-122"/>
                <a:cs typeface="+mj-cs"/>
              </a:endParaRPr>
            </a:p>
          </p:txBody>
        </p:sp>
        <p:grpSp>
          <p:nvGrpSpPr>
            <p:cNvPr id="8" name="组合 7"/>
            <p:cNvGrpSpPr/>
            <p:nvPr userDrawn="1"/>
          </p:nvGrpSpPr>
          <p:grpSpPr>
            <a:xfrm>
              <a:off x="-2625744" y="5150166"/>
              <a:ext cx="2225768" cy="338260"/>
              <a:chOff x="-2625744" y="5150166"/>
              <a:chExt cx="2225768" cy="338260"/>
            </a:xfrm>
          </p:grpSpPr>
          <p:sp>
            <p:nvSpPr>
              <p:cNvPr id="9" name="圆角矩形 12"/>
              <p:cNvSpPr/>
              <p:nvPr userDrawn="1"/>
            </p:nvSpPr>
            <p:spPr>
              <a:xfrm>
                <a:off x="-2625744" y="5150166"/>
                <a:ext cx="338259" cy="338260"/>
              </a:xfrm>
              <a:prstGeom prst="roundRect">
                <a:avLst/>
              </a:prstGeom>
              <a:solidFill>
                <a:srgbClr val="D7031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0" name="圆角矩形 13"/>
              <p:cNvSpPr/>
              <p:nvPr userDrawn="1"/>
            </p:nvSpPr>
            <p:spPr>
              <a:xfrm>
                <a:off x="-2153500" y="5150166"/>
                <a:ext cx="338259" cy="338260"/>
              </a:xfrm>
              <a:prstGeom prst="roundRect">
                <a:avLst/>
              </a:prstGeom>
              <a:solidFill>
                <a:srgbClr val="682D5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1" name="圆角矩形 14"/>
              <p:cNvSpPr/>
              <p:nvPr userDrawn="1"/>
            </p:nvSpPr>
            <p:spPr>
              <a:xfrm>
                <a:off x="-1209532" y="5150166"/>
                <a:ext cx="338259" cy="338260"/>
              </a:xfrm>
              <a:prstGeom prst="round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2" name="圆角矩形 23"/>
              <p:cNvSpPr/>
              <p:nvPr userDrawn="1"/>
            </p:nvSpPr>
            <p:spPr>
              <a:xfrm>
                <a:off x="-738235" y="5150166"/>
                <a:ext cx="338259" cy="338260"/>
              </a:xfrm>
              <a:prstGeom prst="round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3" name="圆角矩形 13"/>
              <p:cNvSpPr/>
              <p:nvPr userDrawn="1"/>
            </p:nvSpPr>
            <p:spPr>
              <a:xfrm>
                <a:off x="-1681776" y="5150166"/>
                <a:ext cx="338259" cy="338260"/>
              </a:xfrm>
              <a:prstGeom prst="roundRect">
                <a:avLst/>
              </a:prstGeom>
              <a:solidFill>
                <a:srgbClr val="235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</p:grpSp>
      <p:sp>
        <p:nvSpPr>
          <p:cNvPr id="22" name="Freeform 43"/>
          <p:cNvSpPr>
            <a:spLocks noChangeAspect="1"/>
          </p:cNvSpPr>
          <p:nvPr userDrawn="1"/>
        </p:nvSpPr>
        <p:spPr bwMode="auto">
          <a:xfrm>
            <a:off x="4945460" y="3457575"/>
            <a:ext cx="2301081" cy="45719"/>
          </a:xfrm>
          <a:custGeom>
            <a:avLst/>
            <a:gdLst>
              <a:gd name="T0" fmla="*/ 20 w 1329"/>
              <a:gd name="T1" fmla="*/ 8 h 33"/>
              <a:gd name="T2" fmla="*/ 3 w 1329"/>
              <a:gd name="T3" fmla="*/ 25 h 33"/>
              <a:gd name="T4" fmla="*/ 6 w 1329"/>
              <a:gd name="T5" fmla="*/ 33 h 33"/>
              <a:gd name="T6" fmla="*/ 1329 w 1329"/>
              <a:gd name="T7" fmla="*/ 33 h 33"/>
              <a:gd name="T8" fmla="*/ 1329 w 1329"/>
              <a:gd name="T9" fmla="*/ 0 h 33"/>
              <a:gd name="T10" fmla="*/ 39 w 1329"/>
              <a:gd name="T11" fmla="*/ 0 h 33"/>
              <a:gd name="T12" fmla="*/ 20 w 1329"/>
              <a:gd name="T13" fmla="*/ 8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29" h="33">
                <a:moveTo>
                  <a:pt x="20" y="8"/>
                </a:moveTo>
                <a:cubicBezTo>
                  <a:pt x="3" y="25"/>
                  <a:pt x="3" y="25"/>
                  <a:pt x="3" y="25"/>
                </a:cubicBezTo>
                <a:cubicBezTo>
                  <a:pt x="0" y="28"/>
                  <a:pt x="2" y="33"/>
                  <a:pt x="6" y="33"/>
                </a:cubicBezTo>
                <a:cubicBezTo>
                  <a:pt x="1329" y="33"/>
                  <a:pt x="1329" y="33"/>
                  <a:pt x="1329" y="33"/>
                </a:cubicBezTo>
                <a:cubicBezTo>
                  <a:pt x="1329" y="0"/>
                  <a:pt x="1329" y="0"/>
                  <a:pt x="1329" y="0"/>
                </a:cubicBezTo>
                <a:cubicBezTo>
                  <a:pt x="39" y="0"/>
                  <a:pt x="39" y="0"/>
                  <a:pt x="39" y="0"/>
                </a:cubicBezTo>
                <a:cubicBezTo>
                  <a:pt x="32" y="0"/>
                  <a:pt x="25" y="3"/>
                  <a:pt x="20" y="8"/>
                </a:cubicBezTo>
                <a:close/>
              </a:path>
            </a:pathLst>
          </a:custGeom>
          <a:gradFill>
            <a:gsLst>
              <a:gs pos="99000">
                <a:srgbClr val="2350A2">
                  <a:alpha val="0"/>
                </a:srgbClr>
              </a:gs>
              <a:gs pos="61000">
                <a:srgbClr val="2350A2">
                  <a:alpha val="54898"/>
                </a:srgbClr>
              </a:gs>
              <a:gs pos="0">
                <a:srgbClr val="D5031C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主题页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 descr="图片包含 文本  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23837" y="354389"/>
            <a:ext cx="1132773" cy="41060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4027645" y="1749373"/>
            <a:ext cx="4771232" cy="3240000"/>
          </a:xfrm>
          <a:prstGeom prst="rect">
            <a:avLst/>
          </a:prstGeom>
        </p:spPr>
      </p:pic>
      <p:grpSp>
        <p:nvGrpSpPr>
          <p:cNvPr id="6" name="组合 5"/>
          <p:cNvGrpSpPr/>
          <p:nvPr userDrawn="1"/>
        </p:nvGrpSpPr>
        <p:grpSpPr>
          <a:xfrm>
            <a:off x="-3422170" y="4729137"/>
            <a:ext cx="3067499" cy="2128863"/>
            <a:chOff x="-3422170" y="4729137"/>
            <a:chExt cx="3067499" cy="2128863"/>
          </a:xfrm>
        </p:grpSpPr>
        <p:grpSp>
          <p:nvGrpSpPr>
            <p:cNvPr id="10" name="组合 9"/>
            <p:cNvGrpSpPr/>
            <p:nvPr userDrawn="1"/>
          </p:nvGrpSpPr>
          <p:grpSpPr>
            <a:xfrm>
              <a:off x="-2446024" y="5973833"/>
              <a:ext cx="2091353" cy="884167"/>
              <a:chOff x="-2446024" y="5973833"/>
              <a:chExt cx="2091353" cy="884167"/>
            </a:xfrm>
          </p:grpSpPr>
          <p:sp>
            <p:nvSpPr>
              <p:cNvPr id="18" name="Freeform 44"/>
              <p:cNvSpPr>
                <a:spLocks noChangeAspect="1"/>
              </p:cNvSpPr>
              <p:nvPr userDrawn="1"/>
            </p:nvSpPr>
            <p:spPr bwMode="auto">
              <a:xfrm>
                <a:off x="-2446024" y="5973833"/>
                <a:ext cx="2091353" cy="133887"/>
              </a:xfrm>
              <a:custGeom>
                <a:avLst/>
                <a:gdLst>
                  <a:gd name="T0" fmla="*/ 58 w 1559"/>
                  <a:gd name="T1" fmla="*/ 24 h 98"/>
                  <a:gd name="T2" fmla="*/ 9 w 1559"/>
                  <a:gd name="T3" fmla="*/ 74 h 98"/>
                  <a:gd name="T4" fmla="*/ 19 w 1559"/>
                  <a:gd name="T5" fmla="*/ 98 h 98"/>
                  <a:gd name="T6" fmla="*/ 1559 w 1559"/>
                  <a:gd name="T7" fmla="*/ 98 h 98"/>
                  <a:gd name="T8" fmla="*/ 1559 w 1559"/>
                  <a:gd name="T9" fmla="*/ 0 h 98"/>
                  <a:gd name="T10" fmla="*/ 117 w 1559"/>
                  <a:gd name="T11" fmla="*/ 0 h 98"/>
                  <a:gd name="T12" fmla="*/ 58 w 1559"/>
                  <a:gd name="T13" fmla="*/ 2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59" h="98">
                    <a:moveTo>
                      <a:pt x="58" y="24"/>
                    </a:moveTo>
                    <a:cubicBezTo>
                      <a:pt x="9" y="74"/>
                      <a:pt x="9" y="74"/>
                      <a:pt x="9" y="74"/>
                    </a:cubicBezTo>
                    <a:cubicBezTo>
                      <a:pt x="0" y="82"/>
                      <a:pt x="6" y="98"/>
                      <a:pt x="19" y="98"/>
                    </a:cubicBezTo>
                    <a:cubicBezTo>
                      <a:pt x="1559" y="98"/>
                      <a:pt x="1559" y="98"/>
                      <a:pt x="1559" y="98"/>
                    </a:cubicBezTo>
                    <a:cubicBezTo>
                      <a:pt x="1559" y="0"/>
                      <a:pt x="1559" y="0"/>
                      <a:pt x="1559" y="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95" y="0"/>
                      <a:pt x="74" y="9"/>
                      <a:pt x="58" y="24"/>
                    </a:cubicBezTo>
                    <a:close/>
                  </a:path>
                </a:pathLst>
              </a:custGeom>
              <a:gradFill>
                <a:gsLst>
                  <a:gs pos="51000">
                    <a:srgbClr val="D5031C">
                      <a:alpha val="30000"/>
                    </a:srgbClr>
                  </a:gs>
                  <a:gs pos="80000">
                    <a:srgbClr val="D5031C">
                      <a:alpha val="0"/>
                    </a:srgbClr>
                  </a:gs>
                  <a:gs pos="10000">
                    <a:srgbClr val="D7031D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" name="Freeform 44"/>
              <p:cNvSpPr>
                <a:spLocks noChangeAspect="1"/>
              </p:cNvSpPr>
              <p:nvPr userDrawn="1"/>
            </p:nvSpPr>
            <p:spPr bwMode="auto">
              <a:xfrm>
                <a:off x="-2446024" y="6461967"/>
                <a:ext cx="2091353" cy="133887"/>
              </a:xfrm>
              <a:custGeom>
                <a:avLst/>
                <a:gdLst>
                  <a:gd name="T0" fmla="*/ 58 w 1559"/>
                  <a:gd name="T1" fmla="*/ 24 h 98"/>
                  <a:gd name="T2" fmla="*/ 9 w 1559"/>
                  <a:gd name="T3" fmla="*/ 74 h 98"/>
                  <a:gd name="T4" fmla="*/ 19 w 1559"/>
                  <a:gd name="T5" fmla="*/ 98 h 98"/>
                  <a:gd name="T6" fmla="*/ 1559 w 1559"/>
                  <a:gd name="T7" fmla="*/ 98 h 98"/>
                  <a:gd name="T8" fmla="*/ 1559 w 1559"/>
                  <a:gd name="T9" fmla="*/ 0 h 98"/>
                  <a:gd name="T10" fmla="*/ 117 w 1559"/>
                  <a:gd name="T11" fmla="*/ 0 h 98"/>
                  <a:gd name="T12" fmla="*/ 58 w 1559"/>
                  <a:gd name="T13" fmla="*/ 2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59" h="98">
                    <a:moveTo>
                      <a:pt x="58" y="24"/>
                    </a:moveTo>
                    <a:cubicBezTo>
                      <a:pt x="9" y="74"/>
                      <a:pt x="9" y="74"/>
                      <a:pt x="9" y="74"/>
                    </a:cubicBezTo>
                    <a:cubicBezTo>
                      <a:pt x="0" y="82"/>
                      <a:pt x="6" y="98"/>
                      <a:pt x="19" y="98"/>
                    </a:cubicBezTo>
                    <a:cubicBezTo>
                      <a:pt x="1559" y="98"/>
                      <a:pt x="1559" y="98"/>
                      <a:pt x="1559" y="98"/>
                    </a:cubicBezTo>
                    <a:cubicBezTo>
                      <a:pt x="1559" y="0"/>
                      <a:pt x="1559" y="0"/>
                      <a:pt x="1559" y="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95" y="0"/>
                      <a:pt x="74" y="9"/>
                      <a:pt x="58" y="24"/>
                    </a:cubicBezTo>
                    <a:close/>
                  </a:path>
                </a:pathLst>
              </a:custGeom>
              <a:gradFill>
                <a:gsLst>
                  <a:gs pos="84000">
                    <a:srgbClr val="2350A2">
                      <a:alpha val="0"/>
                    </a:srgbClr>
                  </a:gs>
                  <a:gs pos="54000">
                    <a:srgbClr val="536EAE"/>
                  </a:gs>
                  <a:gs pos="0">
                    <a:srgbClr val="D5031C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lvl="0"/>
                <a:endParaRPr lang="zh-CN" altLang="en-US"/>
              </a:p>
            </p:txBody>
          </p:sp>
          <p:sp>
            <p:nvSpPr>
              <p:cNvPr id="20" name="Freeform 44"/>
              <p:cNvSpPr>
                <a:spLocks noChangeAspect="1"/>
              </p:cNvSpPr>
              <p:nvPr userDrawn="1"/>
            </p:nvSpPr>
            <p:spPr bwMode="auto">
              <a:xfrm>
                <a:off x="-2446024" y="6217900"/>
                <a:ext cx="2091353" cy="133887"/>
              </a:xfrm>
              <a:custGeom>
                <a:avLst/>
                <a:gdLst>
                  <a:gd name="T0" fmla="*/ 58 w 1559"/>
                  <a:gd name="T1" fmla="*/ 24 h 98"/>
                  <a:gd name="T2" fmla="*/ 9 w 1559"/>
                  <a:gd name="T3" fmla="*/ 74 h 98"/>
                  <a:gd name="T4" fmla="*/ 19 w 1559"/>
                  <a:gd name="T5" fmla="*/ 98 h 98"/>
                  <a:gd name="T6" fmla="*/ 1559 w 1559"/>
                  <a:gd name="T7" fmla="*/ 98 h 98"/>
                  <a:gd name="T8" fmla="*/ 1559 w 1559"/>
                  <a:gd name="T9" fmla="*/ 0 h 98"/>
                  <a:gd name="T10" fmla="*/ 117 w 1559"/>
                  <a:gd name="T11" fmla="*/ 0 h 98"/>
                  <a:gd name="T12" fmla="*/ 58 w 1559"/>
                  <a:gd name="T13" fmla="*/ 2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59" h="98">
                    <a:moveTo>
                      <a:pt x="58" y="24"/>
                    </a:moveTo>
                    <a:cubicBezTo>
                      <a:pt x="9" y="74"/>
                      <a:pt x="9" y="74"/>
                      <a:pt x="9" y="74"/>
                    </a:cubicBezTo>
                    <a:cubicBezTo>
                      <a:pt x="0" y="82"/>
                      <a:pt x="6" y="98"/>
                      <a:pt x="19" y="98"/>
                    </a:cubicBezTo>
                    <a:cubicBezTo>
                      <a:pt x="1559" y="98"/>
                      <a:pt x="1559" y="98"/>
                      <a:pt x="1559" y="98"/>
                    </a:cubicBezTo>
                    <a:cubicBezTo>
                      <a:pt x="1559" y="0"/>
                      <a:pt x="1559" y="0"/>
                      <a:pt x="1559" y="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95" y="0"/>
                      <a:pt x="74" y="9"/>
                      <a:pt x="58" y="24"/>
                    </a:cubicBezTo>
                    <a:close/>
                  </a:path>
                </a:pathLst>
              </a:custGeom>
              <a:gradFill>
                <a:gsLst>
                  <a:gs pos="36000">
                    <a:srgbClr val="536EAE">
                      <a:alpha val="29691"/>
                    </a:srgbClr>
                  </a:gs>
                  <a:gs pos="80000">
                    <a:srgbClr val="536EAE">
                      <a:alpha val="0"/>
                    </a:srgbClr>
                  </a:gs>
                  <a:gs pos="10000">
                    <a:srgbClr val="536EAE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 44"/>
              <p:cNvSpPr>
                <a:spLocks noChangeAspect="1"/>
              </p:cNvSpPr>
              <p:nvPr userDrawn="1"/>
            </p:nvSpPr>
            <p:spPr bwMode="auto">
              <a:xfrm>
                <a:off x="-2446024" y="6724113"/>
                <a:ext cx="2091353" cy="133887"/>
              </a:xfrm>
              <a:custGeom>
                <a:avLst/>
                <a:gdLst>
                  <a:gd name="T0" fmla="*/ 58 w 1559"/>
                  <a:gd name="T1" fmla="*/ 24 h 98"/>
                  <a:gd name="T2" fmla="*/ 9 w 1559"/>
                  <a:gd name="T3" fmla="*/ 74 h 98"/>
                  <a:gd name="T4" fmla="*/ 19 w 1559"/>
                  <a:gd name="T5" fmla="*/ 98 h 98"/>
                  <a:gd name="T6" fmla="*/ 1559 w 1559"/>
                  <a:gd name="T7" fmla="*/ 98 h 98"/>
                  <a:gd name="T8" fmla="*/ 1559 w 1559"/>
                  <a:gd name="T9" fmla="*/ 0 h 98"/>
                  <a:gd name="T10" fmla="*/ 117 w 1559"/>
                  <a:gd name="T11" fmla="*/ 0 h 98"/>
                  <a:gd name="T12" fmla="*/ 58 w 1559"/>
                  <a:gd name="T13" fmla="*/ 2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59" h="98">
                    <a:moveTo>
                      <a:pt x="58" y="24"/>
                    </a:moveTo>
                    <a:cubicBezTo>
                      <a:pt x="9" y="74"/>
                      <a:pt x="9" y="74"/>
                      <a:pt x="9" y="74"/>
                    </a:cubicBezTo>
                    <a:cubicBezTo>
                      <a:pt x="0" y="82"/>
                      <a:pt x="6" y="98"/>
                      <a:pt x="19" y="98"/>
                    </a:cubicBezTo>
                    <a:cubicBezTo>
                      <a:pt x="1559" y="98"/>
                      <a:pt x="1559" y="98"/>
                      <a:pt x="1559" y="98"/>
                    </a:cubicBezTo>
                    <a:cubicBezTo>
                      <a:pt x="1559" y="0"/>
                      <a:pt x="1559" y="0"/>
                      <a:pt x="1559" y="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95" y="0"/>
                      <a:pt x="74" y="9"/>
                      <a:pt x="58" y="24"/>
                    </a:cubicBezTo>
                    <a:close/>
                  </a:path>
                </a:pathLst>
              </a:custGeom>
              <a:gradFill>
                <a:gsLst>
                  <a:gs pos="80000">
                    <a:srgbClr val="CACCD5">
                      <a:alpha val="0"/>
                    </a:srgbClr>
                  </a:gs>
                  <a:gs pos="61000">
                    <a:srgbClr val="D7DAE3"/>
                  </a:gs>
                  <a:gs pos="3000">
                    <a:schemeClr val="bg1">
                      <a:lumMod val="5000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lvl="0"/>
                <a:endParaRPr lang="zh-CN" altLang="en-US"/>
              </a:p>
            </p:txBody>
          </p:sp>
        </p:grpSp>
        <p:sp>
          <p:nvSpPr>
            <p:cNvPr id="11" name="标题 1"/>
            <p:cNvSpPr txBox="1"/>
            <p:nvPr userDrawn="1"/>
          </p:nvSpPr>
          <p:spPr>
            <a:xfrm>
              <a:off x="-3422170" y="4729137"/>
              <a:ext cx="3022195" cy="215444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4400" b="1" i="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8"/>
                  <a:ea typeface="思源黑体 CN Bold" panose="020B0800000000000000" pitchFamily="34" charset="-128"/>
                  <a:cs typeface="+mj-cs"/>
                </a:defRPr>
              </a:lvl1pPr>
            </a:lstStyle>
            <a:p>
              <a:pPr algn="r">
                <a:lnSpc>
                  <a:spcPct val="100000"/>
                </a:lnSpc>
              </a:pPr>
              <a:r>
                <a:rPr kumimoji="1" lang="zh-CN" altLang="en-US" sz="1400" b="0" i="0" kern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500000000000000" pitchFamily="34" charset="-122"/>
                  <a:ea typeface="思源黑体 CN Light" panose="020B0500000000000000" pitchFamily="34" charset="-122"/>
                  <a:cs typeface="+mj-cs"/>
                </a:rPr>
                <a:t>请使用以下配色方案</a:t>
              </a:r>
              <a:endParaRPr kumimoji="1" lang="zh-CN" altLang="en-US" sz="1400" b="0" i="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500000000000000" pitchFamily="34" charset="-122"/>
                <a:ea typeface="思源黑体 CN Light" panose="020B0500000000000000" pitchFamily="34" charset="-122"/>
                <a:cs typeface="+mj-cs"/>
              </a:endParaRPr>
            </a:p>
          </p:txBody>
        </p:sp>
        <p:grpSp>
          <p:nvGrpSpPr>
            <p:cNvPr id="12" name="组合 11"/>
            <p:cNvGrpSpPr/>
            <p:nvPr userDrawn="1"/>
          </p:nvGrpSpPr>
          <p:grpSpPr>
            <a:xfrm>
              <a:off x="-2625744" y="5150166"/>
              <a:ext cx="2225768" cy="338260"/>
              <a:chOff x="-2625744" y="5150166"/>
              <a:chExt cx="2225768" cy="338260"/>
            </a:xfrm>
          </p:grpSpPr>
          <p:sp>
            <p:nvSpPr>
              <p:cNvPr id="13" name="圆角矩形 12"/>
              <p:cNvSpPr/>
              <p:nvPr userDrawn="1"/>
            </p:nvSpPr>
            <p:spPr>
              <a:xfrm>
                <a:off x="-2625744" y="5150166"/>
                <a:ext cx="338259" cy="338260"/>
              </a:xfrm>
              <a:prstGeom prst="roundRect">
                <a:avLst/>
              </a:prstGeom>
              <a:solidFill>
                <a:srgbClr val="D7031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4" name="圆角矩形 13"/>
              <p:cNvSpPr/>
              <p:nvPr userDrawn="1"/>
            </p:nvSpPr>
            <p:spPr>
              <a:xfrm>
                <a:off x="-2153500" y="5150166"/>
                <a:ext cx="338259" cy="338260"/>
              </a:xfrm>
              <a:prstGeom prst="roundRect">
                <a:avLst/>
              </a:prstGeom>
              <a:solidFill>
                <a:srgbClr val="682D5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5" name="圆角矩形 14"/>
              <p:cNvSpPr/>
              <p:nvPr userDrawn="1"/>
            </p:nvSpPr>
            <p:spPr>
              <a:xfrm>
                <a:off x="-1209532" y="5150166"/>
                <a:ext cx="338259" cy="338260"/>
              </a:xfrm>
              <a:prstGeom prst="round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6" name="圆角矩形 23"/>
              <p:cNvSpPr/>
              <p:nvPr userDrawn="1"/>
            </p:nvSpPr>
            <p:spPr>
              <a:xfrm>
                <a:off x="-738235" y="5150166"/>
                <a:ext cx="338259" cy="338260"/>
              </a:xfrm>
              <a:prstGeom prst="round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7" name="圆角矩形 13"/>
              <p:cNvSpPr/>
              <p:nvPr userDrawn="1"/>
            </p:nvSpPr>
            <p:spPr>
              <a:xfrm>
                <a:off x="-1681776" y="5150166"/>
                <a:ext cx="338259" cy="338260"/>
              </a:xfrm>
              <a:prstGeom prst="roundRect">
                <a:avLst/>
              </a:prstGeom>
              <a:solidFill>
                <a:srgbClr val="235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</p:grpSp>
      <p:sp>
        <p:nvSpPr>
          <p:cNvPr id="22" name="Freeform 43"/>
          <p:cNvSpPr>
            <a:spLocks noChangeAspect="1"/>
          </p:cNvSpPr>
          <p:nvPr userDrawn="1"/>
        </p:nvSpPr>
        <p:spPr bwMode="auto">
          <a:xfrm>
            <a:off x="4945460" y="3457575"/>
            <a:ext cx="2301081" cy="45719"/>
          </a:xfrm>
          <a:custGeom>
            <a:avLst/>
            <a:gdLst>
              <a:gd name="T0" fmla="*/ 20 w 1329"/>
              <a:gd name="T1" fmla="*/ 8 h 33"/>
              <a:gd name="T2" fmla="*/ 3 w 1329"/>
              <a:gd name="T3" fmla="*/ 25 h 33"/>
              <a:gd name="T4" fmla="*/ 6 w 1329"/>
              <a:gd name="T5" fmla="*/ 33 h 33"/>
              <a:gd name="T6" fmla="*/ 1329 w 1329"/>
              <a:gd name="T7" fmla="*/ 33 h 33"/>
              <a:gd name="T8" fmla="*/ 1329 w 1329"/>
              <a:gd name="T9" fmla="*/ 0 h 33"/>
              <a:gd name="T10" fmla="*/ 39 w 1329"/>
              <a:gd name="T11" fmla="*/ 0 h 33"/>
              <a:gd name="T12" fmla="*/ 20 w 1329"/>
              <a:gd name="T13" fmla="*/ 8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29" h="33">
                <a:moveTo>
                  <a:pt x="20" y="8"/>
                </a:moveTo>
                <a:cubicBezTo>
                  <a:pt x="3" y="25"/>
                  <a:pt x="3" y="25"/>
                  <a:pt x="3" y="25"/>
                </a:cubicBezTo>
                <a:cubicBezTo>
                  <a:pt x="0" y="28"/>
                  <a:pt x="2" y="33"/>
                  <a:pt x="6" y="33"/>
                </a:cubicBezTo>
                <a:cubicBezTo>
                  <a:pt x="1329" y="33"/>
                  <a:pt x="1329" y="33"/>
                  <a:pt x="1329" y="33"/>
                </a:cubicBezTo>
                <a:cubicBezTo>
                  <a:pt x="1329" y="0"/>
                  <a:pt x="1329" y="0"/>
                  <a:pt x="1329" y="0"/>
                </a:cubicBezTo>
                <a:cubicBezTo>
                  <a:pt x="39" y="0"/>
                  <a:pt x="39" y="0"/>
                  <a:pt x="39" y="0"/>
                </a:cubicBezTo>
                <a:cubicBezTo>
                  <a:pt x="32" y="0"/>
                  <a:pt x="25" y="3"/>
                  <a:pt x="20" y="8"/>
                </a:cubicBezTo>
                <a:close/>
              </a:path>
            </a:pathLst>
          </a:custGeom>
          <a:gradFill>
            <a:gsLst>
              <a:gs pos="99000">
                <a:srgbClr val="2350A2">
                  <a:alpha val="0"/>
                </a:srgbClr>
              </a:gs>
              <a:gs pos="61000">
                <a:srgbClr val="2350A2">
                  <a:alpha val="54898"/>
                </a:srgbClr>
              </a:gs>
              <a:gs pos="0">
                <a:srgbClr val="D5031C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23" name="组合 22"/>
          <p:cNvGrpSpPr/>
          <p:nvPr userDrawn="1"/>
        </p:nvGrpSpPr>
        <p:grpSpPr>
          <a:xfrm>
            <a:off x="-4626886" y="2907981"/>
            <a:ext cx="4336302" cy="953748"/>
            <a:chOff x="-4626886" y="2907981"/>
            <a:chExt cx="4336302" cy="953748"/>
          </a:xfrm>
        </p:grpSpPr>
        <p:sp>
          <p:nvSpPr>
            <p:cNvPr id="25" name="标题 1"/>
            <p:cNvSpPr txBox="1"/>
            <p:nvPr/>
          </p:nvSpPr>
          <p:spPr>
            <a:xfrm>
              <a:off x="-4626886" y="2907981"/>
              <a:ext cx="3916923" cy="492443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4400" b="1" i="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Han Sans CN Bold" panose="020B0500000000000000" pitchFamily="34" charset="-128"/>
                  <a:ea typeface="Source Han Sans CN Bold" panose="020B0500000000000000" pitchFamily="34" charset="-128"/>
                  <a:cs typeface="+mj-cs"/>
                </a:defRPr>
              </a:lvl1pPr>
            </a:lstStyle>
            <a:p>
              <a:pPr algn="r"/>
              <a:r>
                <a:rPr kumimoji="1" lang="zh-CN" altLang="en-US" sz="3200" b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500000000000000" pitchFamily="34" charset="-122"/>
                  <a:ea typeface="思源黑体 CN Medium" panose="020B0500000000000000" pitchFamily="34" charset="-122"/>
                </a:rPr>
                <a:t xml:space="preserve">思源黑体 </a:t>
              </a:r>
              <a:r>
                <a:rPr kumimoji="1" lang="en-US" altLang="zh-CN" sz="3200" b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500000000000000" pitchFamily="34" charset="-122"/>
                  <a:ea typeface="思源黑体 CN Medium" panose="020B0500000000000000" pitchFamily="34" charset="-122"/>
                </a:rPr>
                <a:t>Medium 32</a:t>
              </a:r>
              <a:endParaRPr kumimoji="1" lang="zh-CN" altLang="en-US" sz="3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500000000000000" pitchFamily="34" charset="-122"/>
                <a:ea typeface="思源黑体 CN Medium" panose="020B0500000000000000" pitchFamily="34" charset="-122"/>
              </a:endParaRPr>
            </a:p>
          </p:txBody>
        </p:sp>
        <p:sp>
          <p:nvSpPr>
            <p:cNvPr id="26" name="标题 1"/>
            <p:cNvSpPr txBox="1"/>
            <p:nvPr/>
          </p:nvSpPr>
          <p:spPr>
            <a:xfrm>
              <a:off x="-3978442" y="3584730"/>
              <a:ext cx="3268479" cy="276999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4400" b="1" i="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Han Sans CN Bold" panose="020B0500000000000000" pitchFamily="34" charset="-128"/>
                  <a:ea typeface="Source Han Sans CN Bold" panose="020B0500000000000000" pitchFamily="34" charset="-128"/>
                  <a:cs typeface="+mj-cs"/>
                </a:defRPr>
              </a:lvl1pPr>
            </a:lstStyle>
            <a:p>
              <a:pPr algn="r"/>
              <a:r>
                <a:rPr kumimoji="1" lang="en-US" altLang="zh-CN" sz="1800" b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 Medium" panose="00000600000000000000" pitchFamily="50" charset="0"/>
                  <a:ea typeface="Source Han Sans CN Light" panose="020B0500000000000000" pitchFamily="34" charset="-128"/>
                </a:rPr>
                <a:t>Montserrat-Medium 18</a:t>
              </a:r>
              <a:endParaRPr kumimoji="1" lang="en-US" altLang="zh-CN" sz="18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 Medium" panose="00000600000000000000" pitchFamily="50" charset="0"/>
                <a:ea typeface="Source Han Sans CN Light" panose="020B0500000000000000" pitchFamily="34" charset="-128"/>
              </a:endParaRPr>
            </a:p>
          </p:txBody>
        </p:sp>
        <p:cxnSp>
          <p:nvCxnSpPr>
            <p:cNvPr id="27" name="直线连接符 16"/>
            <p:cNvCxnSpPr/>
            <p:nvPr/>
          </p:nvCxnSpPr>
          <p:spPr>
            <a:xfrm flipV="1">
              <a:off x="-576848" y="3216884"/>
              <a:ext cx="286264" cy="1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线连接符 17"/>
            <p:cNvCxnSpPr/>
            <p:nvPr/>
          </p:nvCxnSpPr>
          <p:spPr>
            <a:xfrm flipV="1">
              <a:off x="-576848" y="3723230"/>
              <a:ext cx="286264" cy="1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主题页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 descr="图片包含 文本  描述已自动生成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23837" y="354389"/>
            <a:ext cx="1132773" cy="41060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4015315" y="1754329"/>
            <a:ext cx="4913260" cy="3240000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-3422170" y="4729137"/>
            <a:ext cx="3067499" cy="2128863"/>
            <a:chOff x="-3422170" y="4729137"/>
            <a:chExt cx="3067499" cy="2128863"/>
          </a:xfrm>
        </p:grpSpPr>
        <p:grpSp>
          <p:nvGrpSpPr>
            <p:cNvPr id="10" name="组合 9"/>
            <p:cNvGrpSpPr/>
            <p:nvPr userDrawn="1"/>
          </p:nvGrpSpPr>
          <p:grpSpPr>
            <a:xfrm>
              <a:off x="-2446024" y="5973833"/>
              <a:ext cx="2091353" cy="884167"/>
              <a:chOff x="-2446024" y="5973833"/>
              <a:chExt cx="2091353" cy="884167"/>
            </a:xfrm>
          </p:grpSpPr>
          <p:sp>
            <p:nvSpPr>
              <p:cNvPr id="18" name="Freeform 44"/>
              <p:cNvSpPr>
                <a:spLocks noChangeAspect="1"/>
              </p:cNvSpPr>
              <p:nvPr userDrawn="1"/>
            </p:nvSpPr>
            <p:spPr bwMode="auto">
              <a:xfrm>
                <a:off x="-2446024" y="5973833"/>
                <a:ext cx="2091353" cy="133887"/>
              </a:xfrm>
              <a:custGeom>
                <a:avLst/>
                <a:gdLst>
                  <a:gd name="T0" fmla="*/ 58 w 1559"/>
                  <a:gd name="T1" fmla="*/ 24 h 98"/>
                  <a:gd name="T2" fmla="*/ 9 w 1559"/>
                  <a:gd name="T3" fmla="*/ 74 h 98"/>
                  <a:gd name="T4" fmla="*/ 19 w 1559"/>
                  <a:gd name="T5" fmla="*/ 98 h 98"/>
                  <a:gd name="T6" fmla="*/ 1559 w 1559"/>
                  <a:gd name="T7" fmla="*/ 98 h 98"/>
                  <a:gd name="T8" fmla="*/ 1559 w 1559"/>
                  <a:gd name="T9" fmla="*/ 0 h 98"/>
                  <a:gd name="T10" fmla="*/ 117 w 1559"/>
                  <a:gd name="T11" fmla="*/ 0 h 98"/>
                  <a:gd name="T12" fmla="*/ 58 w 1559"/>
                  <a:gd name="T13" fmla="*/ 2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59" h="98">
                    <a:moveTo>
                      <a:pt x="58" y="24"/>
                    </a:moveTo>
                    <a:cubicBezTo>
                      <a:pt x="9" y="74"/>
                      <a:pt x="9" y="74"/>
                      <a:pt x="9" y="74"/>
                    </a:cubicBezTo>
                    <a:cubicBezTo>
                      <a:pt x="0" y="82"/>
                      <a:pt x="6" y="98"/>
                      <a:pt x="19" y="98"/>
                    </a:cubicBezTo>
                    <a:cubicBezTo>
                      <a:pt x="1559" y="98"/>
                      <a:pt x="1559" y="98"/>
                      <a:pt x="1559" y="98"/>
                    </a:cubicBezTo>
                    <a:cubicBezTo>
                      <a:pt x="1559" y="0"/>
                      <a:pt x="1559" y="0"/>
                      <a:pt x="1559" y="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95" y="0"/>
                      <a:pt x="74" y="9"/>
                      <a:pt x="58" y="24"/>
                    </a:cubicBezTo>
                    <a:close/>
                  </a:path>
                </a:pathLst>
              </a:custGeom>
              <a:gradFill>
                <a:gsLst>
                  <a:gs pos="51000">
                    <a:srgbClr val="D5031C">
                      <a:alpha val="30000"/>
                    </a:srgbClr>
                  </a:gs>
                  <a:gs pos="80000">
                    <a:srgbClr val="D5031C">
                      <a:alpha val="0"/>
                    </a:srgbClr>
                  </a:gs>
                  <a:gs pos="10000">
                    <a:srgbClr val="D7031D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" name="Freeform 44"/>
              <p:cNvSpPr>
                <a:spLocks noChangeAspect="1"/>
              </p:cNvSpPr>
              <p:nvPr userDrawn="1"/>
            </p:nvSpPr>
            <p:spPr bwMode="auto">
              <a:xfrm>
                <a:off x="-2446024" y="6461967"/>
                <a:ext cx="2091353" cy="133887"/>
              </a:xfrm>
              <a:custGeom>
                <a:avLst/>
                <a:gdLst>
                  <a:gd name="T0" fmla="*/ 58 w 1559"/>
                  <a:gd name="T1" fmla="*/ 24 h 98"/>
                  <a:gd name="T2" fmla="*/ 9 w 1559"/>
                  <a:gd name="T3" fmla="*/ 74 h 98"/>
                  <a:gd name="T4" fmla="*/ 19 w 1559"/>
                  <a:gd name="T5" fmla="*/ 98 h 98"/>
                  <a:gd name="T6" fmla="*/ 1559 w 1559"/>
                  <a:gd name="T7" fmla="*/ 98 h 98"/>
                  <a:gd name="T8" fmla="*/ 1559 w 1559"/>
                  <a:gd name="T9" fmla="*/ 0 h 98"/>
                  <a:gd name="T10" fmla="*/ 117 w 1559"/>
                  <a:gd name="T11" fmla="*/ 0 h 98"/>
                  <a:gd name="T12" fmla="*/ 58 w 1559"/>
                  <a:gd name="T13" fmla="*/ 2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59" h="98">
                    <a:moveTo>
                      <a:pt x="58" y="24"/>
                    </a:moveTo>
                    <a:cubicBezTo>
                      <a:pt x="9" y="74"/>
                      <a:pt x="9" y="74"/>
                      <a:pt x="9" y="74"/>
                    </a:cubicBezTo>
                    <a:cubicBezTo>
                      <a:pt x="0" y="82"/>
                      <a:pt x="6" y="98"/>
                      <a:pt x="19" y="98"/>
                    </a:cubicBezTo>
                    <a:cubicBezTo>
                      <a:pt x="1559" y="98"/>
                      <a:pt x="1559" y="98"/>
                      <a:pt x="1559" y="98"/>
                    </a:cubicBezTo>
                    <a:cubicBezTo>
                      <a:pt x="1559" y="0"/>
                      <a:pt x="1559" y="0"/>
                      <a:pt x="1559" y="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95" y="0"/>
                      <a:pt x="74" y="9"/>
                      <a:pt x="58" y="24"/>
                    </a:cubicBezTo>
                    <a:close/>
                  </a:path>
                </a:pathLst>
              </a:custGeom>
              <a:gradFill>
                <a:gsLst>
                  <a:gs pos="84000">
                    <a:srgbClr val="2350A2">
                      <a:alpha val="0"/>
                    </a:srgbClr>
                  </a:gs>
                  <a:gs pos="54000">
                    <a:srgbClr val="536EAE"/>
                  </a:gs>
                  <a:gs pos="0">
                    <a:srgbClr val="D5031C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lvl="0"/>
                <a:endParaRPr lang="zh-CN" altLang="en-US"/>
              </a:p>
            </p:txBody>
          </p:sp>
          <p:sp>
            <p:nvSpPr>
              <p:cNvPr id="20" name="Freeform 44"/>
              <p:cNvSpPr>
                <a:spLocks noChangeAspect="1"/>
              </p:cNvSpPr>
              <p:nvPr userDrawn="1"/>
            </p:nvSpPr>
            <p:spPr bwMode="auto">
              <a:xfrm>
                <a:off x="-2446024" y="6217900"/>
                <a:ext cx="2091353" cy="133887"/>
              </a:xfrm>
              <a:custGeom>
                <a:avLst/>
                <a:gdLst>
                  <a:gd name="T0" fmla="*/ 58 w 1559"/>
                  <a:gd name="T1" fmla="*/ 24 h 98"/>
                  <a:gd name="T2" fmla="*/ 9 w 1559"/>
                  <a:gd name="T3" fmla="*/ 74 h 98"/>
                  <a:gd name="T4" fmla="*/ 19 w 1559"/>
                  <a:gd name="T5" fmla="*/ 98 h 98"/>
                  <a:gd name="T6" fmla="*/ 1559 w 1559"/>
                  <a:gd name="T7" fmla="*/ 98 h 98"/>
                  <a:gd name="T8" fmla="*/ 1559 w 1559"/>
                  <a:gd name="T9" fmla="*/ 0 h 98"/>
                  <a:gd name="T10" fmla="*/ 117 w 1559"/>
                  <a:gd name="T11" fmla="*/ 0 h 98"/>
                  <a:gd name="T12" fmla="*/ 58 w 1559"/>
                  <a:gd name="T13" fmla="*/ 2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59" h="98">
                    <a:moveTo>
                      <a:pt x="58" y="24"/>
                    </a:moveTo>
                    <a:cubicBezTo>
                      <a:pt x="9" y="74"/>
                      <a:pt x="9" y="74"/>
                      <a:pt x="9" y="74"/>
                    </a:cubicBezTo>
                    <a:cubicBezTo>
                      <a:pt x="0" y="82"/>
                      <a:pt x="6" y="98"/>
                      <a:pt x="19" y="98"/>
                    </a:cubicBezTo>
                    <a:cubicBezTo>
                      <a:pt x="1559" y="98"/>
                      <a:pt x="1559" y="98"/>
                      <a:pt x="1559" y="98"/>
                    </a:cubicBezTo>
                    <a:cubicBezTo>
                      <a:pt x="1559" y="0"/>
                      <a:pt x="1559" y="0"/>
                      <a:pt x="1559" y="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95" y="0"/>
                      <a:pt x="74" y="9"/>
                      <a:pt x="58" y="24"/>
                    </a:cubicBezTo>
                    <a:close/>
                  </a:path>
                </a:pathLst>
              </a:custGeom>
              <a:gradFill>
                <a:gsLst>
                  <a:gs pos="36000">
                    <a:srgbClr val="536EAE">
                      <a:alpha val="29691"/>
                    </a:srgbClr>
                  </a:gs>
                  <a:gs pos="80000">
                    <a:srgbClr val="536EAE">
                      <a:alpha val="0"/>
                    </a:srgbClr>
                  </a:gs>
                  <a:gs pos="10000">
                    <a:srgbClr val="536EAE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 44"/>
              <p:cNvSpPr>
                <a:spLocks noChangeAspect="1"/>
              </p:cNvSpPr>
              <p:nvPr userDrawn="1"/>
            </p:nvSpPr>
            <p:spPr bwMode="auto">
              <a:xfrm>
                <a:off x="-2446024" y="6724113"/>
                <a:ext cx="2091353" cy="133887"/>
              </a:xfrm>
              <a:custGeom>
                <a:avLst/>
                <a:gdLst>
                  <a:gd name="T0" fmla="*/ 58 w 1559"/>
                  <a:gd name="T1" fmla="*/ 24 h 98"/>
                  <a:gd name="T2" fmla="*/ 9 w 1559"/>
                  <a:gd name="T3" fmla="*/ 74 h 98"/>
                  <a:gd name="T4" fmla="*/ 19 w 1559"/>
                  <a:gd name="T5" fmla="*/ 98 h 98"/>
                  <a:gd name="T6" fmla="*/ 1559 w 1559"/>
                  <a:gd name="T7" fmla="*/ 98 h 98"/>
                  <a:gd name="T8" fmla="*/ 1559 w 1559"/>
                  <a:gd name="T9" fmla="*/ 0 h 98"/>
                  <a:gd name="T10" fmla="*/ 117 w 1559"/>
                  <a:gd name="T11" fmla="*/ 0 h 98"/>
                  <a:gd name="T12" fmla="*/ 58 w 1559"/>
                  <a:gd name="T13" fmla="*/ 2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59" h="98">
                    <a:moveTo>
                      <a:pt x="58" y="24"/>
                    </a:moveTo>
                    <a:cubicBezTo>
                      <a:pt x="9" y="74"/>
                      <a:pt x="9" y="74"/>
                      <a:pt x="9" y="74"/>
                    </a:cubicBezTo>
                    <a:cubicBezTo>
                      <a:pt x="0" y="82"/>
                      <a:pt x="6" y="98"/>
                      <a:pt x="19" y="98"/>
                    </a:cubicBezTo>
                    <a:cubicBezTo>
                      <a:pt x="1559" y="98"/>
                      <a:pt x="1559" y="98"/>
                      <a:pt x="1559" y="98"/>
                    </a:cubicBezTo>
                    <a:cubicBezTo>
                      <a:pt x="1559" y="0"/>
                      <a:pt x="1559" y="0"/>
                      <a:pt x="1559" y="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95" y="0"/>
                      <a:pt x="74" y="9"/>
                      <a:pt x="58" y="24"/>
                    </a:cubicBezTo>
                    <a:close/>
                  </a:path>
                </a:pathLst>
              </a:custGeom>
              <a:gradFill>
                <a:gsLst>
                  <a:gs pos="80000">
                    <a:srgbClr val="CACCD5">
                      <a:alpha val="0"/>
                    </a:srgbClr>
                  </a:gs>
                  <a:gs pos="61000">
                    <a:srgbClr val="D7DAE3"/>
                  </a:gs>
                  <a:gs pos="3000">
                    <a:schemeClr val="bg1">
                      <a:lumMod val="5000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lvl="0"/>
                <a:endParaRPr lang="zh-CN" altLang="en-US"/>
              </a:p>
            </p:txBody>
          </p:sp>
        </p:grpSp>
        <p:sp>
          <p:nvSpPr>
            <p:cNvPr id="11" name="标题 1"/>
            <p:cNvSpPr txBox="1"/>
            <p:nvPr userDrawn="1"/>
          </p:nvSpPr>
          <p:spPr>
            <a:xfrm>
              <a:off x="-3422170" y="4729137"/>
              <a:ext cx="3022195" cy="215444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4400" b="1" i="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8"/>
                  <a:ea typeface="思源黑体 CN Bold" panose="020B0800000000000000" pitchFamily="34" charset="-128"/>
                  <a:cs typeface="+mj-cs"/>
                </a:defRPr>
              </a:lvl1pPr>
            </a:lstStyle>
            <a:p>
              <a:pPr algn="r">
                <a:lnSpc>
                  <a:spcPct val="100000"/>
                </a:lnSpc>
              </a:pPr>
              <a:r>
                <a:rPr kumimoji="1" lang="zh-CN" altLang="en-US" sz="1400" b="0" i="0" kern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500000000000000" pitchFamily="34" charset="-122"/>
                  <a:ea typeface="思源黑体 CN Light" panose="020B0500000000000000" pitchFamily="34" charset="-122"/>
                  <a:cs typeface="+mj-cs"/>
                </a:rPr>
                <a:t>请使用以下配色方案</a:t>
              </a:r>
              <a:endParaRPr kumimoji="1" lang="zh-CN" altLang="en-US" sz="1400" b="0" i="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500000000000000" pitchFamily="34" charset="-122"/>
                <a:ea typeface="思源黑体 CN Light" panose="020B0500000000000000" pitchFamily="34" charset="-122"/>
                <a:cs typeface="+mj-cs"/>
              </a:endParaRPr>
            </a:p>
          </p:txBody>
        </p:sp>
        <p:grpSp>
          <p:nvGrpSpPr>
            <p:cNvPr id="12" name="组合 11"/>
            <p:cNvGrpSpPr/>
            <p:nvPr userDrawn="1"/>
          </p:nvGrpSpPr>
          <p:grpSpPr>
            <a:xfrm>
              <a:off x="-2625744" y="5150166"/>
              <a:ext cx="2225768" cy="338260"/>
              <a:chOff x="-2625744" y="5150166"/>
              <a:chExt cx="2225768" cy="338260"/>
            </a:xfrm>
          </p:grpSpPr>
          <p:sp>
            <p:nvSpPr>
              <p:cNvPr id="13" name="圆角矩形 12"/>
              <p:cNvSpPr/>
              <p:nvPr userDrawn="1"/>
            </p:nvSpPr>
            <p:spPr>
              <a:xfrm>
                <a:off x="-2625744" y="5150166"/>
                <a:ext cx="338259" cy="338260"/>
              </a:xfrm>
              <a:prstGeom prst="roundRect">
                <a:avLst/>
              </a:prstGeom>
              <a:solidFill>
                <a:srgbClr val="D7031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4" name="圆角矩形 13"/>
              <p:cNvSpPr/>
              <p:nvPr userDrawn="1"/>
            </p:nvSpPr>
            <p:spPr>
              <a:xfrm>
                <a:off x="-2153500" y="5150166"/>
                <a:ext cx="338259" cy="338260"/>
              </a:xfrm>
              <a:prstGeom prst="roundRect">
                <a:avLst/>
              </a:prstGeom>
              <a:solidFill>
                <a:srgbClr val="682D5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5" name="圆角矩形 14"/>
              <p:cNvSpPr/>
              <p:nvPr userDrawn="1"/>
            </p:nvSpPr>
            <p:spPr>
              <a:xfrm>
                <a:off x="-1209532" y="5150166"/>
                <a:ext cx="338259" cy="338260"/>
              </a:xfrm>
              <a:prstGeom prst="round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6" name="圆角矩形 23"/>
              <p:cNvSpPr/>
              <p:nvPr userDrawn="1"/>
            </p:nvSpPr>
            <p:spPr>
              <a:xfrm>
                <a:off x="-738235" y="5150166"/>
                <a:ext cx="338259" cy="338260"/>
              </a:xfrm>
              <a:prstGeom prst="round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7" name="圆角矩形 13"/>
              <p:cNvSpPr/>
              <p:nvPr userDrawn="1"/>
            </p:nvSpPr>
            <p:spPr>
              <a:xfrm>
                <a:off x="-1681776" y="5150166"/>
                <a:ext cx="338259" cy="338260"/>
              </a:xfrm>
              <a:prstGeom prst="roundRect">
                <a:avLst/>
              </a:prstGeom>
              <a:solidFill>
                <a:srgbClr val="235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</p:grpSp>
      <p:sp>
        <p:nvSpPr>
          <p:cNvPr id="22" name="Freeform 43"/>
          <p:cNvSpPr>
            <a:spLocks noChangeAspect="1"/>
          </p:cNvSpPr>
          <p:nvPr userDrawn="1"/>
        </p:nvSpPr>
        <p:spPr bwMode="auto">
          <a:xfrm>
            <a:off x="4945460" y="3457575"/>
            <a:ext cx="2301081" cy="45719"/>
          </a:xfrm>
          <a:custGeom>
            <a:avLst/>
            <a:gdLst>
              <a:gd name="T0" fmla="*/ 20 w 1329"/>
              <a:gd name="T1" fmla="*/ 8 h 33"/>
              <a:gd name="T2" fmla="*/ 3 w 1329"/>
              <a:gd name="T3" fmla="*/ 25 h 33"/>
              <a:gd name="T4" fmla="*/ 6 w 1329"/>
              <a:gd name="T5" fmla="*/ 33 h 33"/>
              <a:gd name="T6" fmla="*/ 1329 w 1329"/>
              <a:gd name="T7" fmla="*/ 33 h 33"/>
              <a:gd name="T8" fmla="*/ 1329 w 1329"/>
              <a:gd name="T9" fmla="*/ 0 h 33"/>
              <a:gd name="T10" fmla="*/ 39 w 1329"/>
              <a:gd name="T11" fmla="*/ 0 h 33"/>
              <a:gd name="T12" fmla="*/ 20 w 1329"/>
              <a:gd name="T13" fmla="*/ 8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29" h="33">
                <a:moveTo>
                  <a:pt x="20" y="8"/>
                </a:moveTo>
                <a:cubicBezTo>
                  <a:pt x="3" y="25"/>
                  <a:pt x="3" y="25"/>
                  <a:pt x="3" y="25"/>
                </a:cubicBezTo>
                <a:cubicBezTo>
                  <a:pt x="0" y="28"/>
                  <a:pt x="2" y="33"/>
                  <a:pt x="6" y="33"/>
                </a:cubicBezTo>
                <a:cubicBezTo>
                  <a:pt x="1329" y="33"/>
                  <a:pt x="1329" y="33"/>
                  <a:pt x="1329" y="33"/>
                </a:cubicBezTo>
                <a:cubicBezTo>
                  <a:pt x="1329" y="0"/>
                  <a:pt x="1329" y="0"/>
                  <a:pt x="1329" y="0"/>
                </a:cubicBezTo>
                <a:cubicBezTo>
                  <a:pt x="39" y="0"/>
                  <a:pt x="39" y="0"/>
                  <a:pt x="39" y="0"/>
                </a:cubicBezTo>
                <a:cubicBezTo>
                  <a:pt x="32" y="0"/>
                  <a:pt x="25" y="3"/>
                  <a:pt x="20" y="8"/>
                </a:cubicBezTo>
                <a:close/>
              </a:path>
            </a:pathLst>
          </a:custGeom>
          <a:gradFill>
            <a:gsLst>
              <a:gs pos="99000">
                <a:srgbClr val="2350A2">
                  <a:alpha val="0"/>
                </a:srgbClr>
              </a:gs>
              <a:gs pos="61000">
                <a:srgbClr val="2350A2">
                  <a:alpha val="54898"/>
                </a:srgbClr>
              </a:gs>
              <a:gs pos="0">
                <a:srgbClr val="D5031C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23" name="组合 22"/>
          <p:cNvGrpSpPr/>
          <p:nvPr userDrawn="1"/>
        </p:nvGrpSpPr>
        <p:grpSpPr>
          <a:xfrm>
            <a:off x="-4626886" y="2907981"/>
            <a:ext cx="4336302" cy="953748"/>
            <a:chOff x="-4626886" y="2907981"/>
            <a:chExt cx="4336302" cy="953748"/>
          </a:xfrm>
        </p:grpSpPr>
        <p:sp>
          <p:nvSpPr>
            <p:cNvPr id="25" name="标题 1"/>
            <p:cNvSpPr txBox="1"/>
            <p:nvPr/>
          </p:nvSpPr>
          <p:spPr>
            <a:xfrm>
              <a:off x="-4626886" y="2907981"/>
              <a:ext cx="3916923" cy="492443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4400" b="1" i="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Han Sans CN Bold" panose="020B0500000000000000" pitchFamily="34" charset="-128"/>
                  <a:ea typeface="Source Han Sans CN Bold" panose="020B0500000000000000" pitchFamily="34" charset="-128"/>
                  <a:cs typeface="+mj-cs"/>
                </a:defRPr>
              </a:lvl1pPr>
            </a:lstStyle>
            <a:p>
              <a:pPr algn="r"/>
              <a:r>
                <a:rPr kumimoji="1" lang="zh-CN" altLang="en-US" sz="3200" b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500000000000000" pitchFamily="34" charset="-122"/>
                  <a:ea typeface="思源黑体 CN Medium" panose="020B0500000000000000" pitchFamily="34" charset="-122"/>
                </a:rPr>
                <a:t xml:space="preserve">思源黑体 </a:t>
              </a:r>
              <a:r>
                <a:rPr kumimoji="1" lang="en-US" altLang="zh-CN" sz="3200" b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500000000000000" pitchFamily="34" charset="-122"/>
                  <a:ea typeface="思源黑体 CN Medium" panose="020B0500000000000000" pitchFamily="34" charset="-122"/>
                </a:rPr>
                <a:t>Medium 32</a:t>
              </a:r>
              <a:endParaRPr kumimoji="1" lang="zh-CN" altLang="en-US" sz="3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500000000000000" pitchFamily="34" charset="-122"/>
                <a:ea typeface="思源黑体 CN Medium" panose="020B0500000000000000" pitchFamily="34" charset="-122"/>
              </a:endParaRPr>
            </a:p>
          </p:txBody>
        </p:sp>
        <p:sp>
          <p:nvSpPr>
            <p:cNvPr id="26" name="标题 1"/>
            <p:cNvSpPr txBox="1"/>
            <p:nvPr/>
          </p:nvSpPr>
          <p:spPr>
            <a:xfrm>
              <a:off x="-3978442" y="3584730"/>
              <a:ext cx="3268479" cy="276999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4400" b="1" i="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Han Sans CN Bold" panose="020B0500000000000000" pitchFamily="34" charset="-128"/>
                  <a:ea typeface="Source Han Sans CN Bold" panose="020B0500000000000000" pitchFamily="34" charset="-128"/>
                  <a:cs typeface="+mj-cs"/>
                </a:defRPr>
              </a:lvl1pPr>
            </a:lstStyle>
            <a:p>
              <a:pPr algn="r"/>
              <a:r>
                <a:rPr kumimoji="1" lang="en-US" altLang="zh-CN" sz="1800" b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 Medium" panose="00000600000000000000" pitchFamily="50" charset="0"/>
                  <a:ea typeface="Source Han Sans CN Light" panose="020B0500000000000000" pitchFamily="34" charset="-128"/>
                </a:rPr>
                <a:t>Montserrat-Medium 18</a:t>
              </a:r>
              <a:endParaRPr kumimoji="1" lang="en-US" altLang="zh-CN" sz="18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 Medium" panose="00000600000000000000" pitchFamily="50" charset="0"/>
                <a:ea typeface="Source Han Sans CN Light" panose="020B0500000000000000" pitchFamily="34" charset="-128"/>
              </a:endParaRPr>
            </a:p>
          </p:txBody>
        </p:sp>
        <p:cxnSp>
          <p:nvCxnSpPr>
            <p:cNvPr id="27" name="直线连接符 16"/>
            <p:cNvCxnSpPr/>
            <p:nvPr/>
          </p:nvCxnSpPr>
          <p:spPr>
            <a:xfrm flipV="1">
              <a:off x="-576848" y="3216884"/>
              <a:ext cx="286264" cy="1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线连接符 17"/>
            <p:cNvCxnSpPr/>
            <p:nvPr/>
          </p:nvCxnSpPr>
          <p:spPr>
            <a:xfrm flipV="1">
              <a:off x="-576848" y="3723230"/>
              <a:ext cx="286264" cy="1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主题页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3856341" y="1752393"/>
            <a:ext cx="5231207" cy="3241936"/>
          </a:xfrm>
          <a:prstGeom prst="rect">
            <a:avLst/>
          </a:prstGeom>
        </p:spPr>
      </p:pic>
      <p:pic>
        <p:nvPicPr>
          <p:cNvPr id="24" name="图片 23" descr="图片包含 文本  描述已自动生成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23837" y="354389"/>
            <a:ext cx="1132773" cy="410606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-3422170" y="4729137"/>
            <a:ext cx="3067499" cy="2128863"/>
            <a:chOff x="-3422170" y="4729137"/>
            <a:chExt cx="3067499" cy="2128863"/>
          </a:xfrm>
        </p:grpSpPr>
        <p:grpSp>
          <p:nvGrpSpPr>
            <p:cNvPr id="10" name="组合 9"/>
            <p:cNvGrpSpPr/>
            <p:nvPr userDrawn="1"/>
          </p:nvGrpSpPr>
          <p:grpSpPr>
            <a:xfrm>
              <a:off x="-2446024" y="5973833"/>
              <a:ext cx="2091353" cy="884167"/>
              <a:chOff x="-2446024" y="5973833"/>
              <a:chExt cx="2091353" cy="884167"/>
            </a:xfrm>
          </p:grpSpPr>
          <p:sp>
            <p:nvSpPr>
              <p:cNvPr id="18" name="Freeform 44"/>
              <p:cNvSpPr>
                <a:spLocks noChangeAspect="1"/>
              </p:cNvSpPr>
              <p:nvPr userDrawn="1"/>
            </p:nvSpPr>
            <p:spPr bwMode="auto">
              <a:xfrm>
                <a:off x="-2446024" y="5973833"/>
                <a:ext cx="2091353" cy="133887"/>
              </a:xfrm>
              <a:custGeom>
                <a:avLst/>
                <a:gdLst>
                  <a:gd name="T0" fmla="*/ 58 w 1559"/>
                  <a:gd name="T1" fmla="*/ 24 h 98"/>
                  <a:gd name="T2" fmla="*/ 9 w 1559"/>
                  <a:gd name="T3" fmla="*/ 74 h 98"/>
                  <a:gd name="T4" fmla="*/ 19 w 1559"/>
                  <a:gd name="T5" fmla="*/ 98 h 98"/>
                  <a:gd name="T6" fmla="*/ 1559 w 1559"/>
                  <a:gd name="T7" fmla="*/ 98 h 98"/>
                  <a:gd name="T8" fmla="*/ 1559 w 1559"/>
                  <a:gd name="T9" fmla="*/ 0 h 98"/>
                  <a:gd name="T10" fmla="*/ 117 w 1559"/>
                  <a:gd name="T11" fmla="*/ 0 h 98"/>
                  <a:gd name="T12" fmla="*/ 58 w 1559"/>
                  <a:gd name="T13" fmla="*/ 2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59" h="98">
                    <a:moveTo>
                      <a:pt x="58" y="24"/>
                    </a:moveTo>
                    <a:cubicBezTo>
                      <a:pt x="9" y="74"/>
                      <a:pt x="9" y="74"/>
                      <a:pt x="9" y="74"/>
                    </a:cubicBezTo>
                    <a:cubicBezTo>
                      <a:pt x="0" y="82"/>
                      <a:pt x="6" y="98"/>
                      <a:pt x="19" y="98"/>
                    </a:cubicBezTo>
                    <a:cubicBezTo>
                      <a:pt x="1559" y="98"/>
                      <a:pt x="1559" y="98"/>
                      <a:pt x="1559" y="98"/>
                    </a:cubicBezTo>
                    <a:cubicBezTo>
                      <a:pt x="1559" y="0"/>
                      <a:pt x="1559" y="0"/>
                      <a:pt x="1559" y="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95" y="0"/>
                      <a:pt x="74" y="9"/>
                      <a:pt x="58" y="24"/>
                    </a:cubicBezTo>
                    <a:close/>
                  </a:path>
                </a:pathLst>
              </a:custGeom>
              <a:gradFill>
                <a:gsLst>
                  <a:gs pos="51000">
                    <a:srgbClr val="D5031C">
                      <a:alpha val="30000"/>
                    </a:srgbClr>
                  </a:gs>
                  <a:gs pos="80000">
                    <a:srgbClr val="D5031C">
                      <a:alpha val="0"/>
                    </a:srgbClr>
                  </a:gs>
                  <a:gs pos="10000">
                    <a:srgbClr val="D7031D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" name="Freeform 44"/>
              <p:cNvSpPr>
                <a:spLocks noChangeAspect="1"/>
              </p:cNvSpPr>
              <p:nvPr userDrawn="1"/>
            </p:nvSpPr>
            <p:spPr bwMode="auto">
              <a:xfrm>
                <a:off x="-2446024" y="6461967"/>
                <a:ext cx="2091353" cy="133887"/>
              </a:xfrm>
              <a:custGeom>
                <a:avLst/>
                <a:gdLst>
                  <a:gd name="T0" fmla="*/ 58 w 1559"/>
                  <a:gd name="T1" fmla="*/ 24 h 98"/>
                  <a:gd name="T2" fmla="*/ 9 w 1559"/>
                  <a:gd name="T3" fmla="*/ 74 h 98"/>
                  <a:gd name="T4" fmla="*/ 19 w 1559"/>
                  <a:gd name="T5" fmla="*/ 98 h 98"/>
                  <a:gd name="T6" fmla="*/ 1559 w 1559"/>
                  <a:gd name="T7" fmla="*/ 98 h 98"/>
                  <a:gd name="T8" fmla="*/ 1559 w 1559"/>
                  <a:gd name="T9" fmla="*/ 0 h 98"/>
                  <a:gd name="T10" fmla="*/ 117 w 1559"/>
                  <a:gd name="T11" fmla="*/ 0 h 98"/>
                  <a:gd name="T12" fmla="*/ 58 w 1559"/>
                  <a:gd name="T13" fmla="*/ 2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59" h="98">
                    <a:moveTo>
                      <a:pt x="58" y="24"/>
                    </a:moveTo>
                    <a:cubicBezTo>
                      <a:pt x="9" y="74"/>
                      <a:pt x="9" y="74"/>
                      <a:pt x="9" y="74"/>
                    </a:cubicBezTo>
                    <a:cubicBezTo>
                      <a:pt x="0" y="82"/>
                      <a:pt x="6" y="98"/>
                      <a:pt x="19" y="98"/>
                    </a:cubicBezTo>
                    <a:cubicBezTo>
                      <a:pt x="1559" y="98"/>
                      <a:pt x="1559" y="98"/>
                      <a:pt x="1559" y="98"/>
                    </a:cubicBezTo>
                    <a:cubicBezTo>
                      <a:pt x="1559" y="0"/>
                      <a:pt x="1559" y="0"/>
                      <a:pt x="1559" y="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95" y="0"/>
                      <a:pt x="74" y="9"/>
                      <a:pt x="58" y="24"/>
                    </a:cubicBezTo>
                    <a:close/>
                  </a:path>
                </a:pathLst>
              </a:custGeom>
              <a:gradFill>
                <a:gsLst>
                  <a:gs pos="84000">
                    <a:srgbClr val="2350A2">
                      <a:alpha val="0"/>
                    </a:srgbClr>
                  </a:gs>
                  <a:gs pos="54000">
                    <a:srgbClr val="536EAE"/>
                  </a:gs>
                  <a:gs pos="0">
                    <a:srgbClr val="D5031C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lvl="0"/>
                <a:endParaRPr lang="zh-CN" altLang="en-US"/>
              </a:p>
            </p:txBody>
          </p:sp>
          <p:sp>
            <p:nvSpPr>
              <p:cNvPr id="20" name="Freeform 44"/>
              <p:cNvSpPr>
                <a:spLocks noChangeAspect="1"/>
              </p:cNvSpPr>
              <p:nvPr userDrawn="1"/>
            </p:nvSpPr>
            <p:spPr bwMode="auto">
              <a:xfrm>
                <a:off x="-2446024" y="6217900"/>
                <a:ext cx="2091353" cy="133887"/>
              </a:xfrm>
              <a:custGeom>
                <a:avLst/>
                <a:gdLst>
                  <a:gd name="T0" fmla="*/ 58 w 1559"/>
                  <a:gd name="T1" fmla="*/ 24 h 98"/>
                  <a:gd name="T2" fmla="*/ 9 w 1559"/>
                  <a:gd name="T3" fmla="*/ 74 h 98"/>
                  <a:gd name="T4" fmla="*/ 19 w 1559"/>
                  <a:gd name="T5" fmla="*/ 98 h 98"/>
                  <a:gd name="T6" fmla="*/ 1559 w 1559"/>
                  <a:gd name="T7" fmla="*/ 98 h 98"/>
                  <a:gd name="T8" fmla="*/ 1559 w 1559"/>
                  <a:gd name="T9" fmla="*/ 0 h 98"/>
                  <a:gd name="T10" fmla="*/ 117 w 1559"/>
                  <a:gd name="T11" fmla="*/ 0 h 98"/>
                  <a:gd name="T12" fmla="*/ 58 w 1559"/>
                  <a:gd name="T13" fmla="*/ 2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59" h="98">
                    <a:moveTo>
                      <a:pt x="58" y="24"/>
                    </a:moveTo>
                    <a:cubicBezTo>
                      <a:pt x="9" y="74"/>
                      <a:pt x="9" y="74"/>
                      <a:pt x="9" y="74"/>
                    </a:cubicBezTo>
                    <a:cubicBezTo>
                      <a:pt x="0" y="82"/>
                      <a:pt x="6" y="98"/>
                      <a:pt x="19" y="98"/>
                    </a:cubicBezTo>
                    <a:cubicBezTo>
                      <a:pt x="1559" y="98"/>
                      <a:pt x="1559" y="98"/>
                      <a:pt x="1559" y="98"/>
                    </a:cubicBezTo>
                    <a:cubicBezTo>
                      <a:pt x="1559" y="0"/>
                      <a:pt x="1559" y="0"/>
                      <a:pt x="1559" y="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95" y="0"/>
                      <a:pt x="74" y="9"/>
                      <a:pt x="58" y="24"/>
                    </a:cubicBezTo>
                    <a:close/>
                  </a:path>
                </a:pathLst>
              </a:custGeom>
              <a:gradFill>
                <a:gsLst>
                  <a:gs pos="36000">
                    <a:srgbClr val="536EAE">
                      <a:alpha val="29691"/>
                    </a:srgbClr>
                  </a:gs>
                  <a:gs pos="80000">
                    <a:srgbClr val="536EAE">
                      <a:alpha val="0"/>
                    </a:srgbClr>
                  </a:gs>
                  <a:gs pos="10000">
                    <a:srgbClr val="536EAE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 44"/>
              <p:cNvSpPr>
                <a:spLocks noChangeAspect="1"/>
              </p:cNvSpPr>
              <p:nvPr userDrawn="1"/>
            </p:nvSpPr>
            <p:spPr bwMode="auto">
              <a:xfrm>
                <a:off x="-2446024" y="6724113"/>
                <a:ext cx="2091353" cy="133887"/>
              </a:xfrm>
              <a:custGeom>
                <a:avLst/>
                <a:gdLst>
                  <a:gd name="T0" fmla="*/ 58 w 1559"/>
                  <a:gd name="T1" fmla="*/ 24 h 98"/>
                  <a:gd name="T2" fmla="*/ 9 w 1559"/>
                  <a:gd name="T3" fmla="*/ 74 h 98"/>
                  <a:gd name="T4" fmla="*/ 19 w 1559"/>
                  <a:gd name="T5" fmla="*/ 98 h 98"/>
                  <a:gd name="T6" fmla="*/ 1559 w 1559"/>
                  <a:gd name="T7" fmla="*/ 98 h 98"/>
                  <a:gd name="T8" fmla="*/ 1559 w 1559"/>
                  <a:gd name="T9" fmla="*/ 0 h 98"/>
                  <a:gd name="T10" fmla="*/ 117 w 1559"/>
                  <a:gd name="T11" fmla="*/ 0 h 98"/>
                  <a:gd name="T12" fmla="*/ 58 w 1559"/>
                  <a:gd name="T13" fmla="*/ 2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59" h="98">
                    <a:moveTo>
                      <a:pt x="58" y="24"/>
                    </a:moveTo>
                    <a:cubicBezTo>
                      <a:pt x="9" y="74"/>
                      <a:pt x="9" y="74"/>
                      <a:pt x="9" y="74"/>
                    </a:cubicBezTo>
                    <a:cubicBezTo>
                      <a:pt x="0" y="82"/>
                      <a:pt x="6" y="98"/>
                      <a:pt x="19" y="98"/>
                    </a:cubicBezTo>
                    <a:cubicBezTo>
                      <a:pt x="1559" y="98"/>
                      <a:pt x="1559" y="98"/>
                      <a:pt x="1559" y="98"/>
                    </a:cubicBezTo>
                    <a:cubicBezTo>
                      <a:pt x="1559" y="0"/>
                      <a:pt x="1559" y="0"/>
                      <a:pt x="1559" y="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95" y="0"/>
                      <a:pt x="74" y="9"/>
                      <a:pt x="58" y="24"/>
                    </a:cubicBezTo>
                    <a:close/>
                  </a:path>
                </a:pathLst>
              </a:custGeom>
              <a:gradFill>
                <a:gsLst>
                  <a:gs pos="80000">
                    <a:srgbClr val="CACCD5">
                      <a:alpha val="0"/>
                    </a:srgbClr>
                  </a:gs>
                  <a:gs pos="61000">
                    <a:srgbClr val="D7DAE3"/>
                  </a:gs>
                  <a:gs pos="3000">
                    <a:schemeClr val="bg1">
                      <a:lumMod val="5000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lvl="0"/>
                <a:endParaRPr lang="zh-CN" altLang="en-US"/>
              </a:p>
            </p:txBody>
          </p:sp>
        </p:grpSp>
        <p:sp>
          <p:nvSpPr>
            <p:cNvPr id="11" name="标题 1"/>
            <p:cNvSpPr txBox="1"/>
            <p:nvPr userDrawn="1"/>
          </p:nvSpPr>
          <p:spPr>
            <a:xfrm>
              <a:off x="-3422170" y="4729137"/>
              <a:ext cx="3022195" cy="215444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4400" b="1" i="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8"/>
                  <a:ea typeface="思源黑体 CN Bold" panose="020B0800000000000000" pitchFamily="34" charset="-128"/>
                  <a:cs typeface="+mj-cs"/>
                </a:defRPr>
              </a:lvl1pPr>
            </a:lstStyle>
            <a:p>
              <a:pPr algn="r">
                <a:lnSpc>
                  <a:spcPct val="100000"/>
                </a:lnSpc>
              </a:pPr>
              <a:r>
                <a:rPr kumimoji="1" lang="zh-CN" altLang="en-US" sz="1400" b="0" i="0" kern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500000000000000" pitchFamily="34" charset="-122"/>
                  <a:ea typeface="思源黑体 CN Light" panose="020B0500000000000000" pitchFamily="34" charset="-122"/>
                  <a:cs typeface="+mj-cs"/>
                </a:rPr>
                <a:t>请使用以下配色方案</a:t>
              </a:r>
              <a:endParaRPr kumimoji="1" lang="zh-CN" altLang="en-US" sz="1400" b="0" i="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500000000000000" pitchFamily="34" charset="-122"/>
                <a:ea typeface="思源黑体 CN Light" panose="020B0500000000000000" pitchFamily="34" charset="-122"/>
                <a:cs typeface="+mj-cs"/>
              </a:endParaRPr>
            </a:p>
          </p:txBody>
        </p:sp>
        <p:grpSp>
          <p:nvGrpSpPr>
            <p:cNvPr id="12" name="组合 11"/>
            <p:cNvGrpSpPr/>
            <p:nvPr userDrawn="1"/>
          </p:nvGrpSpPr>
          <p:grpSpPr>
            <a:xfrm>
              <a:off x="-2625744" y="5150166"/>
              <a:ext cx="2225768" cy="338260"/>
              <a:chOff x="-2625744" y="5150166"/>
              <a:chExt cx="2225768" cy="338260"/>
            </a:xfrm>
          </p:grpSpPr>
          <p:sp>
            <p:nvSpPr>
              <p:cNvPr id="13" name="圆角矩形 12"/>
              <p:cNvSpPr/>
              <p:nvPr userDrawn="1"/>
            </p:nvSpPr>
            <p:spPr>
              <a:xfrm>
                <a:off x="-2625744" y="5150166"/>
                <a:ext cx="338259" cy="338260"/>
              </a:xfrm>
              <a:prstGeom prst="roundRect">
                <a:avLst/>
              </a:prstGeom>
              <a:solidFill>
                <a:srgbClr val="D7031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4" name="圆角矩形 13"/>
              <p:cNvSpPr/>
              <p:nvPr userDrawn="1"/>
            </p:nvSpPr>
            <p:spPr>
              <a:xfrm>
                <a:off x="-2153500" y="5150166"/>
                <a:ext cx="338259" cy="338260"/>
              </a:xfrm>
              <a:prstGeom prst="roundRect">
                <a:avLst/>
              </a:prstGeom>
              <a:solidFill>
                <a:srgbClr val="682D5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5" name="圆角矩形 14"/>
              <p:cNvSpPr/>
              <p:nvPr userDrawn="1"/>
            </p:nvSpPr>
            <p:spPr>
              <a:xfrm>
                <a:off x="-1209532" y="5150166"/>
                <a:ext cx="338259" cy="338260"/>
              </a:xfrm>
              <a:prstGeom prst="round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6" name="圆角矩形 23"/>
              <p:cNvSpPr/>
              <p:nvPr userDrawn="1"/>
            </p:nvSpPr>
            <p:spPr>
              <a:xfrm>
                <a:off x="-738235" y="5150166"/>
                <a:ext cx="338259" cy="338260"/>
              </a:xfrm>
              <a:prstGeom prst="round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7" name="圆角矩形 13"/>
              <p:cNvSpPr/>
              <p:nvPr userDrawn="1"/>
            </p:nvSpPr>
            <p:spPr>
              <a:xfrm>
                <a:off x="-1681776" y="5150166"/>
                <a:ext cx="338259" cy="338260"/>
              </a:xfrm>
              <a:prstGeom prst="roundRect">
                <a:avLst/>
              </a:prstGeom>
              <a:solidFill>
                <a:srgbClr val="235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</p:grpSp>
      <p:sp>
        <p:nvSpPr>
          <p:cNvPr id="22" name="Freeform 43"/>
          <p:cNvSpPr>
            <a:spLocks noChangeAspect="1"/>
          </p:cNvSpPr>
          <p:nvPr userDrawn="1"/>
        </p:nvSpPr>
        <p:spPr bwMode="auto">
          <a:xfrm>
            <a:off x="4945460" y="3457575"/>
            <a:ext cx="2301081" cy="45719"/>
          </a:xfrm>
          <a:custGeom>
            <a:avLst/>
            <a:gdLst>
              <a:gd name="T0" fmla="*/ 20 w 1329"/>
              <a:gd name="T1" fmla="*/ 8 h 33"/>
              <a:gd name="T2" fmla="*/ 3 w 1329"/>
              <a:gd name="T3" fmla="*/ 25 h 33"/>
              <a:gd name="T4" fmla="*/ 6 w 1329"/>
              <a:gd name="T5" fmla="*/ 33 h 33"/>
              <a:gd name="T6" fmla="*/ 1329 w 1329"/>
              <a:gd name="T7" fmla="*/ 33 h 33"/>
              <a:gd name="T8" fmla="*/ 1329 w 1329"/>
              <a:gd name="T9" fmla="*/ 0 h 33"/>
              <a:gd name="T10" fmla="*/ 39 w 1329"/>
              <a:gd name="T11" fmla="*/ 0 h 33"/>
              <a:gd name="T12" fmla="*/ 20 w 1329"/>
              <a:gd name="T13" fmla="*/ 8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29" h="33">
                <a:moveTo>
                  <a:pt x="20" y="8"/>
                </a:moveTo>
                <a:cubicBezTo>
                  <a:pt x="3" y="25"/>
                  <a:pt x="3" y="25"/>
                  <a:pt x="3" y="25"/>
                </a:cubicBezTo>
                <a:cubicBezTo>
                  <a:pt x="0" y="28"/>
                  <a:pt x="2" y="33"/>
                  <a:pt x="6" y="33"/>
                </a:cubicBezTo>
                <a:cubicBezTo>
                  <a:pt x="1329" y="33"/>
                  <a:pt x="1329" y="33"/>
                  <a:pt x="1329" y="33"/>
                </a:cubicBezTo>
                <a:cubicBezTo>
                  <a:pt x="1329" y="0"/>
                  <a:pt x="1329" y="0"/>
                  <a:pt x="1329" y="0"/>
                </a:cubicBezTo>
                <a:cubicBezTo>
                  <a:pt x="39" y="0"/>
                  <a:pt x="39" y="0"/>
                  <a:pt x="39" y="0"/>
                </a:cubicBezTo>
                <a:cubicBezTo>
                  <a:pt x="32" y="0"/>
                  <a:pt x="25" y="3"/>
                  <a:pt x="20" y="8"/>
                </a:cubicBezTo>
                <a:close/>
              </a:path>
            </a:pathLst>
          </a:custGeom>
          <a:gradFill>
            <a:gsLst>
              <a:gs pos="99000">
                <a:srgbClr val="2350A2">
                  <a:alpha val="0"/>
                </a:srgbClr>
              </a:gs>
              <a:gs pos="61000">
                <a:srgbClr val="2350A2">
                  <a:alpha val="54898"/>
                </a:srgbClr>
              </a:gs>
              <a:gs pos="0">
                <a:srgbClr val="D5031C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26" name="组合 25"/>
          <p:cNvGrpSpPr/>
          <p:nvPr userDrawn="1"/>
        </p:nvGrpSpPr>
        <p:grpSpPr>
          <a:xfrm>
            <a:off x="-4626886" y="2907981"/>
            <a:ext cx="4336302" cy="953748"/>
            <a:chOff x="-4626886" y="2907981"/>
            <a:chExt cx="4336302" cy="953748"/>
          </a:xfrm>
        </p:grpSpPr>
        <p:sp>
          <p:nvSpPr>
            <p:cNvPr id="27" name="标题 1"/>
            <p:cNvSpPr txBox="1"/>
            <p:nvPr/>
          </p:nvSpPr>
          <p:spPr>
            <a:xfrm>
              <a:off x="-4626886" y="2907981"/>
              <a:ext cx="3916923" cy="492443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4400" b="1" i="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Han Sans CN Bold" panose="020B0500000000000000" pitchFamily="34" charset="-128"/>
                  <a:ea typeface="Source Han Sans CN Bold" panose="020B0500000000000000" pitchFamily="34" charset="-128"/>
                  <a:cs typeface="+mj-cs"/>
                </a:defRPr>
              </a:lvl1pPr>
            </a:lstStyle>
            <a:p>
              <a:pPr algn="r"/>
              <a:r>
                <a:rPr kumimoji="1" lang="zh-CN" altLang="en-US" sz="3200" b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500000000000000" pitchFamily="34" charset="-122"/>
                  <a:ea typeface="思源黑体 CN Medium" panose="020B0500000000000000" pitchFamily="34" charset="-122"/>
                </a:rPr>
                <a:t xml:space="preserve">思源黑体 </a:t>
              </a:r>
              <a:r>
                <a:rPr kumimoji="1" lang="en-US" altLang="zh-CN" sz="3200" b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500000000000000" pitchFamily="34" charset="-122"/>
                  <a:ea typeface="思源黑体 CN Medium" panose="020B0500000000000000" pitchFamily="34" charset="-122"/>
                </a:rPr>
                <a:t>Medium 32</a:t>
              </a:r>
              <a:endParaRPr kumimoji="1" lang="zh-CN" altLang="en-US" sz="3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500000000000000" pitchFamily="34" charset="-122"/>
                <a:ea typeface="思源黑体 CN Medium" panose="020B0500000000000000" pitchFamily="34" charset="-122"/>
              </a:endParaRPr>
            </a:p>
          </p:txBody>
        </p:sp>
        <p:sp>
          <p:nvSpPr>
            <p:cNvPr id="28" name="标题 1"/>
            <p:cNvSpPr txBox="1"/>
            <p:nvPr/>
          </p:nvSpPr>
          <p:spPr>
            <a:xfrm>
              <a:off x="-3978442" y="3584730"/>
              <a:ext cx="3268479" cy="276999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4400" b="1" i="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Han Sans CN Bold" panose="020B0500000000000000" pitchFamily="34" charset="-128"/>
                  <a:ea typeface="Source Han Sans CN Bold" panose="020B0500000000000000" pitchFamily="34" charset="-128"/>
                  <a:cs typeface="+mj-cs"/>
                </a:defRPr>
              </a:lvl1pPr>
            </a:lstStyle>
            <a:p>
              <a:pPr algn="r"/>
              <a:r>
                <a:rPr kumimoji="1" lang="en-US" altLang="zh-CN" sz="1800" b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 Medium" panose="00000600000000000000" pitchFamily="50" charset="0"/>
                  <a:ea typeface="Source Han Sans CN Light" panose="020B0500000000000000" pitchFamily="34" charset="-128"/>
                </a:rPr>
                <a:t>Montserrat-Medium 18</a:t>
              </a:r>
              <a:endParaRPr kumimoji="1" lang="en-US" altLang="zh-CN" sz="18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 Medium" panose="00000600000000000000" pitchFamily="50" charset="0"/>
                <a:ea typeface="Source Han Sans CN Light" panose="020B0500000000000000" pitchFamily="34" charset="-128"/>
              </a:endParaRPr>
            </a:p>
          </p:txBody>
        </p:sp>
        <p:cxnSp>
          <p:nvCxnSpPr>
            <p:cNvPr id="29" name="直线连接符 16"/>
            <p:cNvCxnSpPr/>
            <p:nvPr/>
          </p:nvCxnSpPr>
          <p:spPr>
            <a:xfrm flipV="1">
              <a:off x="-576848" y="3216884"/>
              <a:ext cx="286264" cy="1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线连接符 17"/>
            <p:cNvCxnSpPr/>
            <p:nvPr/>
          </p:nvCxnSpPr>
          <p:spPr>
            <a:xfrm flipV="1">
              <a:off x="-576848" y="3723230"/>
              <a:ext cx="286264" cy="1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主题页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3857578" y="1752393"/>
            <a:ext cx="4633574" cy="3239210"/>
          </a:xfrm>
          <a:prstGeom prst="rect">
            <a:avLst/>
          </a:prstGeom>
        </p:spPr>
      </p:pic>
      <p:pic>
        <p:nvPicPr>
          <p:cNvPr id="24" name="图片 23" descr="图片包含 文本  描述已自动生成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23837" y="354389"/>
            <a:ext cx="1132773" cy="410606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-3422170" y="4729137"/>
            <a:ext cx="3067499" cy="2128863"/>
            <a:chOff x="-3422170" y="4729137"/>
            <a:chExt cx="3067499" cy="2128863"/>
          </a:xfrm>
        </p:grpSpPr>
        <p:grpSp>
          <p:nvGrpSpPr>
            <p:cNvPr id="10" name="组合 9"/>
            <p:cNvGrpSpPr/>
            <p:nvPr userDrawn="1"/>
          </p:nvGrpSpPr>
          <p:grpSpPr>
            <a:xfrm>
              <a:off x="-2446024" y="5973833"/>
              <a:ext cx="2091353" cy="884167"/>
              <a:chOff x="-2446024" y="5973833"/>
              <a:chExt cx="2091353" cy="884167"/>
            </a:xfrm>
          </p:grpSpPr>
          <p:sp>
            <p:nvSpPr>
              <p:cNvPr id="18" name="Freeform 44"/>
              <p:cNvSpPr>
                <a:spLocks noChangeAspect="1"/>
              </p:cNvSpPr>
              <p:nvPr userDrawn="1"/>
            </p:nvSpPr>
            <p:spPr bwMode="auto">
              <a:xfrm>
                <a:off x="-2446024" y="5973833"/>
                <a:ext cx="2091353" cy="133887"/>
              </a:xfrm>
              <a:custGeom>
                <a:avLst/>
                <a:gdLst>
                  <a:gd name="T0" fmla="*/ 58 w 1559"/>
                  <a:gd name="T1" fmla="*/ 24 h 98"/>
                  <a:gd name="T2" fmla="*/ 9 w 1559"/>
                  <a:gd name="T3" fmla="*/ 74 h 98"/>
                  <a:gd name="T4" fmla="*/ 19 w 1559"/>
                  <a:gd name="T5" fmla="*/ 98 h 98"/>
                  <a:gd name="T6" fmla="*/ 1559 w 1559"/>
                  <a:gd name="T7" fmla="*/ 98 h 98"/>
                  <a:gd name="T8" fmla="*/ 1559 w 1559"/>
                  <a:gd name="T9" fmla="*/ 0 h 98"/>
                  <a:gd name="T10" fmla="*/ 117 w 1559"/>
                  <a:gd name="T11" fmla="*/ 0 h 98"/>
                  <a:gd name="T12" fmla="*/ 58 w 1559"/>
                  <a:gd name="T13" fmla="*/ 2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59" h="98">
                    <a:moveTo>
                      <a:pt x="58" y="24"/>
                    </a:moveTo>
                    <a:cubicBezTo>
                      <a:pt x="9" y="74"/>
                      <a:pt x="9" y="74"/>
                      <a:pt x="9" y="74"/>
                    </a:cubicBezTo>
                    <a:cubicBezTo>
                      <a:pt x="0" y="82"/>
                      <a:pt x="6" y="98"/>
                      <a:pt x="19" y="98"/>
                    </a:cubicBezTo>
                    <a:cubicBezTo>
                      <a:pt x="1559" y="98"/>
                      <a:pt x="1559" y="98"/>
                      <a:pt x="1559" y="98"/>
                    </a:cubicBezTo>
                    <a:cubicBezTo>
                      <a:pt x="1559" y="0"/>
                      <a:pt x="1559" y="0"/>
                      <a:pt x="1559" y="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95" y="0"/>
                      <a:pt x="74" y="9"/>
                      <a:pt x="58" y="24"/>
                    </a:cubicBezTo>
                    <a:close/>
                  </a:path>
                </a:pathLst>
              </a:custGeom>
              <a:gradFill>
                <a:gsLst>
                  <a:gs pos="51000">
                    <a:srgbClr val="D5031C">
                      <a:alpha val="30000"/>
                    </a:srgbClr>
                  </a:gs>
                  <a:gs pos="80000">
                    <a:srgbClr val="D5031C">
                      <a:alpha val="0"/>
                    </a:srgbClr>
                  </a:gs>
                  <a:gs pos="10000">
                    <a:srgbClr val="D7031D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" name="Freeform 44"/>
              <p:cNvSpPr>
                <a:spLocks noChangeAspect="1"/>
              </p:cNvSpPr>
              <p:nvPr userDrawn="1"/>
            </p:nvSpPr>
            <p:spPr bwMode="auto">
              <a:xfrm>
                <a:off x="-2446024" y="6461967"/>
                <a:ext cx="2091353" cy="133887"/>
              </a:xfrm>
              <a:custGeom>
                <a:avLst/>
                <a:gdLst>
                  <a:gd name="T0" fmla="*/ 58 w 1559"/>
                  <a:gd name="T1" fmla="*/ 24 h 98"/>
                  <a:gd name="T2" fmla="*/ 9 w 1559"/>
                  <a:gd name="T3" fmla="*/ 74 h 98"/>
                  <a:gd name="T4" fmla="*/ 19 w 1559"/>
                  <a:gd name="T5" fmla="*/ 98 h 98"/>
                  <a:gd name="T6" fmla="*/ 1559 w 1559"/>
                  <a:gd name="T7" fmla="*/ 98 h 98"/>
                  <a:gd name="T8" fmla="*/ 1559 w 1559"/>
                  <a:gd name="T9" fmla="*/ 0 h 98"/>
                  <a:gd name="T10" fmla="*/ 117 w 1559"/>
                  <a:gd name="T11" fmla="*/ 0 h 98"/>
                  <a:gd name="T12" fmla="*/ 58 w 1559"/>
                  <a:gd name="T13" fmla="*/ 2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59" h="98">
                    <a:moveTo>
                      <a:pt x="58" y="24"/>
                    </a:moveTo>
                    <a:cubicBezTo>
                      <a:pt x="9" y="74"/>
                      <a:pt x="9" y="74"/>
                      <a:pt x="9" y="74"/>
                    </a:cubicBezTo>
                    <a:cubicBezTo>
                      <a:pt x="0" y="82"/>
                      <a:pt x="6" y="98"/>
                      <a:pt x="19" y="98"/>
                    </a:cubicBezTo>
                    <a:cubicBezTo>
                      <a:pt x="1559" y="98"/>
                      <a:pt x="1559" y="98"/>
                      <a:pt x="1559" y="98"/>
                    </a:cubicBezTo>
                    <a:cubicBezTo>
                      <a:pt x="1559" y="0"/>
                      <a:pt x="1559" y="0"/>
                      <a:pt x="1559" y="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95" y="0"/>
                      <a:pt x="74" y="9"/>
                      <a:pt x="58" y="24"/>
                    </a:cubicBezTo>
                    <a:close/>
                  </a:path>
                </a:pathLst>
              </a:custGeom>
              <a:gradFill>
                <a:gsLst>
                  <a:gs pos="84000">
                    <a:srgbClr val="2350A2">
                      <a:alpha val="0"/>
                    </a:srgbClr>
                  </a:gs>
                  <a:gs pos="54000">
                    <a:srgbClr val="536EAE"/>
                  </a:gs>
                  <a:gs pos="0">
                    <a:srgbClr val="D5031C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lvl="0"/>
                <a:endParaRPr lang="zh-CN" altLang="en-US"/>
              </a:p>
            </p:txBody>
          </p:sp>
          <p:sp>
            <p:nvSpPr>
              <p:cNvPr id="20" name="Freeform 44"/>
              <p:cNvSpPr>
                <a:spLocks noChangeAspect="1"/>
              </p:cNvSpPr>
              <p:nvPr userDrawn="1"/>
            </p:nvSpPr>
            <p:spPr bwMode="auto">
              <a:xfrm>
                <a:off x="-2446024" y="6217900"/>
                <a:ext cx="2091353" cy="133887"/>
              </a:xfrm>
              <a:custGeom>
                <a:avLst/>
                <a:gdLst>
                  <a:gd name="T0" fmla="*/ 58 w 1559"/>
                  <a:gd name="T1" fmla="*/ 24 h 98"/>
                  <a:gd name="T2" fmla="*/ 9 w 1559"/>
                  <a:gd name="T3" fmla="*/ 74 h 98"/>
                  <a:gd name="T4" fmla="*/ 19 w 1559"/>
                  <a:gd name="T5" fmla="*/ 98 h 98"/>
                  <a:gd name="T6" fmla="*/ 1559 w 1559"/>
                  <a:gd name="T7" fmla="*/ 98 h 98"/>
                  <a:gd name="T8" fmla="*/ 1559 w 1559"/>
                  <a:gd name="T9" fmla="*/ 0 h 98"/>
                  <a:gd name="T10" fmla="*/ 117 w 1559"/>
                  <a:gd name="T11" fmla="*/ 0 h 98"/>
                  <a:gd name="T12" fmla="*/ 58 w 1559"/>
                  <a:gd name="T13" fmla="*/ 2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59" h="98">
                    <a:moveTo>
                      <a:pt x="58" y="24"/>
                    </a:moveTo>
                    <a:cubicBezTo>
                      <a:pt x="9" y="74"/>
                      <a:pt x="9" y="74"/>
                      <a:pt x="9" y="74"/>
                    </a:cubicBezTo>
                    <a:cubicBezTo>
                      <a:pt x="0" y="82"/>
                      <a:pt x="6" y="98"/>
                      <a:pt x="19" y="98"/>
                    </a:cubicBezTo>
                    <a:cubicBezTo>
                      <a:pt x="1559" y="98"/>
                      <a:pt x="1559" y="98"/>
                      <a:pt x="1559" y="98"/>
                    </a:cubicBezTo>
                    <a:cubicBezTo>
                      <a:pt x="1559" y="0"/>
                      <a:pt x="1559" y="0"/>
                      <a:pt x="1559" y="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95" y="0"/>
                      <a:pt x="74" y="9"/>
                      <a:pt x="58" y="24"/>
                    </a:cubicBezTo>
                    <a:close/>
                  </a:path>
                </a:pathLst>
              </a:custGeom>
              <a:gradFill>
                <a:gsLst>
                  <a:gs pos="36000">
                    <a:srgbClr val="536EAE">
                      <a:alpha val="29691"/>
                    </a:srgbClr>
                  </a:gs>
                  <a:gs pos="80000">
                    <a:srgbClr val="536EAE">
                      <a:alpha val="0"/>
                    </a:srgbClr>
                  </a:gs>
                  <a:gs pos="10000">
                    <a:srgbClr val="536EAE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 44"/>
              <p:cNvSpPr>
                <a:spLocks noChangeAspect="1"/>
              </p:cNvSpPr>
              <p:nvPr userDrawn="1"/>
            </p:nvSpPr>
            <p:spPr bwMode="auto">
              <a:xfrm>
                <a:off x="-2446024" y="6724113"/>
                <a:ext cx="2091353" cy="133887"/>
              </a:xfrm>
              <a:custGeom>
                <a:avLst/>
                <a:gdLst>
                  <a:gd name="T0" fmla="*/ 58 w 1559"/>
                  <a:gd name="T1" fmla="*/ 24 h 98"/>
                  <a:gd name="T2" fmla="*/ 9 w 1559"/>
                  <a:gd name="T3" fmla="*/ 74 h 98"/>
                  <a:gd name="T4" fmla="*/ 19 w 1559"/>
                  <a:gd name="T5" fmla="*/ 98 h 98"/>
                  <a:gd name="T6" fmla="*/ 1559 w 1559"/>
                  <a:gd name="T7" fmla="*/ 98 h 98"/>
                  <a:gd name="T8" fmla="*/ 1559 w 1559"/>
                  <a:gd name="T9" fmla="*/ 0 h 98"/>
                  <a:gd name="T10" fmla="*/ 117 w 1559"/>
                  <a:gd name="T11" fmla="*/ 0 h 98"/>
                  <a:gd name="T12" fmla="*/ 58 w 1559"/>
                  <a:gd name="T13" fmla="*/ 2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59" h="98">
                    <a:moveTo>
                      <a:pt x="58" y="24"/>
                    </a:moveTo>
                    <a:cubicBezTo>
                      <a:pt x="9" y="74"/>
                      <a:pt x="9" y="74"/>
                      <a:pt x="9" y="74"/>
                    </a:cubicBezTo>
                    <a:cubicBezTo>
                      <a:pt x="0" y="82"/>
                      <a:pt x="6" y="98"/>
                      <a:pt x="19" y="98"/>
                    </a:cubicBezTo>
                    <a:cubicBezTo>
                      <a:pt x="1559" y="98"/>
                      <a:pt x="1559" y="98"/>
                      <a:pt x="1559" y="98"/>
                    </a:cubicBezTo>
                    <a:cubicBezTo>
                      <a:pt x="1559" y="0"/>
                      <a:pt x="1559" y="0"/>
                      <a:pt x="1559" y="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95" y="0"/>
                      <a:pt x="74" y="9"/>
                      <a:pt x="58" y="24"/>
                    </a:cubicBezTo>
                    <a:close/>
                  </a:path>
                </a:pathLst>
              </a:custGeom>
              <a:gradFill>
                <a:gsLst>
                  <a:gs pos="80000">
                    <a:srgbClr val="CACCD5">
                      <a:alpha val="0"/>
                    </a:srgbClr>
                  </a:gs>
                  <a:gs pos="61000">
                    <a:srgbClr val="D7DAE3"/>
                  </a:gs>
                  <a:gs pos="3000">
                    <a:schemeClr val="bg1">
                      <a:lumMod val="5000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lvl="0"/>
                <a:endParaRPr lang="zh-CN" altLang="en-US"/>
              </a:p>
            </p:txBody>
          </p:sp>
        </p:grpSp>
        <p:sp>
          <p:nvSpPr>
            <p:cNvPr id="11" name="标题 1"/>
            <p:cNvSpPr txBox="1"/>
            <p:nvPr userDrawn="1"/>
          </p:nvSpPr>
          <p:spPr>
            <a:xfrm>
              <a:off x="-3422170" y="4729137"/>
              <a:ext cx="3022195" cy="215444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4400" b="1" i="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8"/>
                  <a:ea typeface="思源黑体 CN Bold" panose="020B0800000000000000" pitchFamily="34" charset="-128"/>
                  <a:cs typeface="+mj-cs"/>
                </a:defRPr>
              </a:lvl1pPr>
            </a:lstStyle>
            <a:p>
              <a:pPr algn="r">
                <a:lnSpc>
                  <a:spcPct val="100000"/>
                </a:lnSpc>
              </a:pPr>
              <a:r>
                <a:rPr kumimoji="1" lang="zh-CN" altLang="en-US" sz="1400" b="0" i="0" kern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500000000000000" pitchFamily="34" charset="-122"/>
                  <a:ea typeface="思源黑体 CN Light" panose="020B0500000000000000" pitchFamily="34" charset="-122"/>
                  <a:cs typeface="+mj-cs"/>
                </a:rPr>
                <a:t>请使用以下配色方案</a:t>
              </a:r>
              <a:endParaRPr kumimoji="1" lang="zh-CN" altLang="en-US" sz="1400" b="0" i="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500000000000000" pitchFamily="34" charset="-122"/>
                <a:ea typeface="思源黑体 CN Light" panose="020B0500000000000000" pitchFamily="34" charset="-122"/>
                <a:cs typeface="+mj-cs"/>
              </a:endParaRPr>
            </a:p>
          </p:txBody>
        </p:sp>
        <p:grpSp>
          <p:nvGrpSpPr>
            <p:cNvPr id="12" name="组合 11"/>
            <p:cNvGrpSpPr/>
            <p:nvPr userDrawn="1"/>
          </p:nvGrpSpPr>
          <p:grpSpPr>
            <a:xfrm>
              <a:off x="-2625744" y="5150166"/>
              <a:ext cx="2225768" cy="338260"/>
              <a:chOff x="-2625744" y="5150166"/>
              <a:chExt cx="2225768" cy="338260"/>
            </a:xfrm>
          </p:grpSpPr>
          <p:sp>
            <p:nvSpPr>
              <p:cNvPr id="13" name="圆角矩形 12"/>
              <p:cNvSpPr/>
              <p:nvPr userDrawn="1"/>
            </p:nvSpPr>
            <p:spPr>
              <a:xfrm>
                <a:off x="-2625744" y="5150166"/>
                <a:ext cx="338259" cy="338260"/>
              </a:xfrm>
              <a:prstGeom prst="roundRect">
                <a:avLst/>
              </a:prstGeom>
              <a:solidFill>
                <a:srgbClr val="D7031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4" name="圆角矩形 13"/>
              <p:cNvSpPr/>
              <p:nvPr userDrawn="1"/>
            </p:nvSpPr>
            <p:spPr>
              <a:xfrm>
                <a:off x="-2153500" y="5150166"/>
                <a:ext cx="338259" cy="338260"/>
              </a:xfrm>
              <a:prstGeom prst="roundRect">
                <a:avLst/>
              </a:prstGeom>
              <a:solidFill>
                <a:srgbClr val="682D5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5" name="圆角矩形 14"/>
              <p:cNvSpPr/>
              <p:nvPr userDrawn="1"/>
            </p:nvSpPr>
            <p:spPr>
              <a:xfrm>
                <a:off x="-1209532" y="5150166"/>
                <a:ext cx="338259" cy="338260"/>
              </a:xfrm>
              <a:prstGeom prst="round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6" name="圆角矩形 23"/>
              <p:cNvSpPr/>
              <p:nvPr userDrawn="1"/>
            </p:nvSpPr>
            <p:spPr>
              <a:xfrm>
                <a:off x="-738235" y="5150166"/>
                <a:ext cx="338259" cy="338260"/>
              </a:xfrm>
              <a:prstGeom prst="round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7" name="圆角矩形 13"/>
              <p:cNvSpPr/>
              <p:nvPr userDrawn="1"/>
            </p:nvSpPr>
            <p:spPr>
              <a:xfrm>
                <a:off x="-1681776" y="5150166"/>
                <a:ext cx="338259" cy="338260"/>
              </a:xfrm>
              <a:prstGeom prst="roundRect">
                <a:avLst/>
              </a:prstGeom>
              <a:solidFill>
                <a:srgbClr val="235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</p:grpSp>
      <p:sp>
        <p:nvSpPr>
          <p:cNvPr id="22" name="Freeform 43"/>
          <p:cNvSpPr>
            <a:spLocks noChangeAspect="1"/>
          </p:cNvSpPr>
          <p:nvPr userDrawn="1"/>
        </p:nvSpPr>
        <p:spPr bwMode="auto">
          <a:xfrm>
            <a:off x="4945460" y="3457575"/>
            <a:ext cx="2301081" cy="45719"/>
          </a:xfrm>
          <a:custGeom>
            <a:avLst/>
            <a:gdLst>
              <a:gd name="T0" fmla="*/ 20 w 1329"/>
              <a:gd name="T1" fmla="*/ 8 h 33"/>
              <a:gd name="T2" fmla="*/ 3 w 1329"/>
              <a:gd name="T3" fmla="*/ 25 h 33"/>
              <a:gd name="T4" fmla="*/ 6 w 1329"/>
              <a:gd name="T5" fmla="*/ 33 h 33"/>
              <a:gd name="T6" fmla="*/ 1329 w 1329"/>
              <a:gd name="T7" fmla="*/ 33 h 33"/>
              <a:gd name="T8" fmla="*/ 1329 w 1329"/>
              <a:gd name="T9" fmla="*/ 0 h 33"/>
              <a:gd name="T10" fmla="*/ 39 w 1329"/>
              <a:gd name="T11" fmla="*/ 0 h 33"/>
              <a:gd name="T12" fmla="*/ 20 w 1329"/>
              <a:gd name="T13" fmla="*/ 8 h 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29" h="33">
                <a:moveTo>
                  <a:pt x="20" y="8"/>
                </a:moveTo>
                <a:cubicBezTo>
                  <a:pt x="3" y="25"/>
                  <a:pt x="3" y="25"/>
                  <a:pt x="3" y="25"/>
                </a:cubicBezTo>
                <a:cubicBezTo>
                  <a:pt x="0" y="28"/>
                  <a:pt x="2" y="33"/>
                  <a:pt x="6" y="33"/>
                </a:cubicBezTo>
                <a:cubicBezTo>
                  <a:pt x="1329" y="33"/>
                  <a:pt x="1329" y="33"/>
                  <a:pt x="1329" y="33"/>
                </a:cubicBezTo>
                <a:cubicBezTo>
                  <a:pt x="1329" y="0"/>
                  <a:pt x="1329" y="0"/>
                  <a:pt x="1329" y="0"/>
                </a:cubicBezTo>
                <a:cubicBezTo>
                  <a:pt x="39" y="0"/>
                  <a:pt x="39" y="0"/>
                  <a:pt x="39" y="0"/>
                </a:cubicBezTo>
                <a:cubicBezTo>
                  <a:pt x="32" y="0"/>
                  <a:pt x="25" y="3"/>
                  <a:pt x="20" y="8"/>
                </a:cubicBezTo>
                <a:close/>
              </a:path>
            </a:pathLst>
          </a:custGeom>
          <a:gradFill>
            <a:gsLst>
              <a:gs pos="99000">
                <a:srgbClr val="2350A2">
                  <a:alpha val="0"/>
                </a:srgbClr>
              </a:gs>
              <a:gs pos="61000">
                <a:srgbClr val="2350A2">
                  <a:alpha val="54898"/>
                </a:srgbClr>
              </a:gs>
              <a:gs pos="0">
                <a:srgbClr val="D5031C"/>
              </a:gs>
            </a:gsLst>
            <a:lin ang="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23" name="组合 22"/>
          <p:cNvGrpSpPr/>
          <p:nvPr userDrawn="1"/>
        </p:nvGrpSpPr>
        <p:grpSpPr>
          <a:xfrm>
            <a:off x="-4626886" y="2907981"/>
            <a:ext cx="4336302" cy="953748"/>
            <a:chOff x="-4626886" y="2907981"/>
            <a:chExt cx="4336302" cy="953748"/>
          </a:xfrm>
        </p:grpSpPr>
        <p:sp>
          <p:nvSpPr>
            <p:cNvPr id="26" name="标题 1"/>
            <p:cNvSpPr txBox="1"/>
            <p:nvPr/>
          </p:nvSpPr>
          <p:spPr>
            <a:xfrm>
              <a:off x="-4626886" y="2907981"/>
              <a:ext cx="3916923" cy="492443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4400" b="1" i="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Han Sans CN Bold" panose="020B0500000000000000" pitchFamily="34" charset="-128"/>
                  <a:ea typeface="Source Han Sans CN Bold" panose="020B0500000000000000" pitchFamily="34" charset="-128"/>
                  <a:cs typeface="+mj-cs"/>
                </a:defRPr>
              </a:lvl1pPr>
            </a:lstStyle>
            <a:p>
              <a:pPr algn="r"/>
              <a:r>
                <a:rPr kumimoji="1" lang="zh-CN" altLang="en-US" sz="3200" b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500000000000000" pitchFamily="34" charset="-122"/>
                  <a:ea typeface="思源黑体 CN Medium" panose="020B0500000000000000" pitchFamily="34" charset="-122"/>
                </a:rPr>
                <a:t xml:space="preserve">思源黑体 </a:t>
              </a:r>
              <a:r>
                <a:rPr kumimoji="1" lang="en-US" altLang="zh-CN" sz="3200" b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Medium" panose="020B0500000000000000" pitchFamily="34" charset="-122"/>
                  <a:ea typeface="思源黑体 CN Medium" panose="020B0500000000000000" pitchFamily="34" charset="-122"/>
                </a:rPr>
                <a:t>Medium 32</a:t>
              </a:r>
              <a:endParaRPr kumimoji="1" lang="zh-CN" altLang="en-US" sz="3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500000000000000" pitchFamily="34" charset="-122"/>
                <a:ea typeface="思源黑体 CN Medium" panose="020B0500000000000000" pitchFamily="34" charset="-122"/>
              </a:endParaRPr>
            </a:p>
          </p:txBody>
        </p:sp>
        <p:sp>
          <p:nvSpPr>
            <p:cNvPr id="27" name="标题 1"/>
            <p:cNvSpPr txBox="1"/>
            <p:nvPr/>
          </p:nvSpPr>
          <p:spPr>
            <a:xfrm>
              <a:off x="-3978442" y="3584730"/>
              <a:ext cx="3268479" cy="276999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4400" b="1" i="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Source Han Sans CN Bold" panose="020B0500000000000000" pitchFamily="34" charset="-128"/>
                  <a:ea typeface="Source Han Sans CN Bold" panose="020B0500000000000000" pitchFamily="34" charset="-128"/>
                  <a:cs typeface="+mj-cs"/>
                </a:defRPr>
              </a:lvl1pPr>
            </a:lstStyle>
            <a:p>
              <a:pPr algn="r"/>
              <a:r>
                <a:rPr kumimoji="1" lang="en-US" altLang="zh-CN" sz="1800" b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Montserrat Medium" panose="00000600000000000000" pitchFamily="50" charset="0"/>
                  <a:ea typeface="Source Han Sans CN Light" panose="020B0500000000000000" pitchFamily="34" charset="-128"/>
                </a:rPr>
                <a:t>Montserrat-Medium 18</a:t>
              </a:r>
              <a:endParaRPr kumimoji="1" lang="en-US" altLang="zh-CN" sz="18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Montserrat Medium" panose="00000600000000000000" pitchFamily="50" charset="0"/>
                <a:ea typeface="Source Han Sans CN Light" panose="020B0500000000000000" pitchFamily="34" charset="-128"/>
              </a:endParaRPr>
            </a:p>
          </p:txBody>
        </p:sp>
        <p:cxnSp>
          <p:nvCxnSpPr>
            <p:cNvPr id="28" name="直线连接符 16"/>
            <p:cNvCxnSpPr/>
            <p:nvPr/>
          </p:nvCxnSpPr>
          <p:spPr>
            <a:xfrm flipV="1">
              <a:off x="-576848" y="3216884"/>
              <a:ext cx="286264" cy="1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线连接符 17"/>
            <p:cNvCxnSpPr/>
            <p:nvPr/>
          </p:nvCxnSpPr>
          <p:spPr>
            <a:xfrm flipV="1">
              <a:off x="-576848" y="3723230"/>
              <a:ext cx="286264" cy="1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致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 userDrawn="1"/>
        </p:nvSpPr>
        <p:spPr>
          <a:xfrm>
            <a:off x="629899" y="6403376"/>
            <a:ext cx="2405223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zh-CN" altLang="en-US" sz="1100" b="0" i="0" dirty="0">
                <a:solidFill>
                  <a:schemeClr val="bg1">
                    <a:lumMod val="50000"/>
                  </a:schemeClr>
                </a:solidFill>
                <a:latin typeface="思源黑体 CN Light" panose="020B0500000000000000" pitchFamily="34" charset="-122"/>
                <a:ea typeface="思源黑体 CN Light" panose="020B0500000000000000" pitchFamily="34" charset="-122"/>
              </a:rPr>
              <a:t>@2024 神州数码集团股份有限公司</a:t>
            </a:r>
            <a:endParaRPr lang="zh-CN" altLang="en-US" sz="1100" b="0" i="0" dirty="0">
              <a:solidFill>
                <a:schemeClr val="bg1">
                  <a:lumMod val="50000"/>
                </a:schemeClr>
              </a:solidFill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/>
          <a:srcRect r="1540"/>
          <a:stretch>
            <a:fillRect/>
          </a:stretch>
        </p:blipFill>
        <p:spPr>
          <a:xfrm>
            <a:off x="5840866" y="864535"/>
            <a:ext cx="6368834" cy="4865282"/>
          </a:xfrm>
          <a:prstGeom prst="rect">
            <a:avLst/>
          </a:prstGeom>
        </p:spPr>
      </p:pic>
      <p:pic>
        <p:nvPicPr>
          <p:cNvPr id="5" name="图片 4" descr="图片包含 文本  描述已自动生成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899" y="453950"/>
            <a:ext cx="1132773" cy="410606"/>
          </a:xfrm>
          <a:prstGeom prst="rect">
            <a:avLst/>
          </a:prstGeom>
        </p:spPr>
      </p:pic>
      <p:sp>
        <p:nvSpPr>
          <p:cNvPr id="6" name="标题 1"/>
          <p:cNvSpPr txBox="1"/>
          <p:nvPr userDrawn="1"/>
        </p:nvSpPr>
        <p:spPr>
          <a:xfrm>
            <a:off x="1209769" y="2360055"/>
            <a:ext cx="6255555" cy="110799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Source Han Sans CN Bold" panose="020B0500000000000000" pitchFamily="34" charset="-128"/>
                <a:ea typeface="Source Han Sans CN Bold" panose="020B0500000000000000" pitchFamily="34" charset="-128"/>
                <a:cs typeface="+mj-cs"/>
              </a:defRPr>
            </a:lvl1pPr>
          </a:lstStyle>
          <a:p>
            <a:pPr algn="l"/>
            <a:r>
              <a:rPr kumimoji="1" lang="en-US" altLang="zh-CN" sz="7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SemiBold" panose="00000700000000000000" pitchFamily="50" charset="0"/>
                <a:ea typeface="Source Han Sans CN Medium" panose="020B0500000000000000" pitchFamily="34" charset="-128"/>
              </a:rPr>
              <a:t>THANKS!</a:t>
            </a:r>
            <a:endParaRPr kumimoji="1" lang="zh-CN" altLang="en-US" sz="7200" b="0" dirty="0">
              <a:solidFill>
                <a:schemeClr val="tx1">
                  <a:lumMod val="85000"/>
                  <a:lumOff val="15000"/>
                </a:schemeClr>
              </a:solidFill>
              <a:latin typeface="Montserrat SemiBold" panose="00000700000000000000" pitchFamily="50" charset="0"/>
              <a:ea typeface="Source Han Sans CN Medium" panose="020B0500000000000000" pitchFamily="34" charset="-128"/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1330954" y="3715490"/>
            <a:ext cx="4931301" cy="475484"/>
            <a:chOff x="937907" y="3665012"/>
            <a:chExt cx="6205450" cy="598340"/>
          </a:xfrm>
        </p:grpSpPr>
        <p:sp>
          <p:nvSpPr>
            <p:cNvPr id="8" name="Freeform 43"/>
            <p:cNvSpPr>
              <a:spLocks noChangeAspect="1"/>
            </p:cNvSpPr>
            <p:nvPr/>
          </p:nvSpPr>
          <p:spPr bwMode="auto">
            <a:xfrm>
              <a:off x="1670426" y="4191352"/>
              <a:ext cx="2876358" cy="72000"/>
            </a:xfrm>
            <a:custGeom>
              <a:avLst/>
              <a:gdLst>
                <a:gd name="T0" fmla="*/ 20 w 1329"/>
                <a:gd name="T1" fmla="*/ 8 h 33"/>
                <a:gd name="T2" fmla="*/ 3 w 1329"/>
                <a:gd name="T3" fmla="*/ 25 h 33"/>
                <a:gd name="T4" fmla="*/ 6 w 1329"/>
                <a:gd name="T5" fmla="*/ 33 h 33"/>
                <a:gd name="T6" fmla="*/ 1329 w 1329"/>
                <a:gd name="T7" fmla="*/ 33 h 33"/>
                <a:gd name="T8" fmla="*/ 1329 w 1329"/>
                <a:gd name="T9" fmla="*/ 0 h 33"/>
                <a:gd name="T10" fmla="*/ 39 w 1329"/>
                <a:gd name="T11" fmla="*/ 0 h 33"/>
                <a:gd name="T12" fmla="*/ 20 w 1329"/>
                <a:gd name="T13" fmla="*/ 8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29" h="33">
                  <a:moveTo>
                    <a:pt x="20" y="8"/>
                  </a:moveTo>
                  <a:cubicBezTo>
                    <a:pt x="3" y="25"/>
                    <a:pt x="3" y="25"/>
                    <a:pt x="3" y="25"/>
                  </a:cubicBezTo>
                  <a:cubicBezTo>
                    <a:pt x="0" y="28"/>
                    <a:pt x="2" y="33"/>
                    <a:pt x="6" y="33"/>
                  </a:cubicBezTo>
                  <a:cubicBezTo>
                    <a:pt x="1329" y="33"/>
                    <a:pt x="1329" y="33"/>
                    <a:pt x="1329" y="33"/>
                  </a:cubicBezTo>
                  <a:cubicBezTo>
                    <a:pt x="1329" y="0"/>
                    <a:pt x="1329" y="0"/>
                    <a:pt x="1329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32" y="0"/>
                    <a:pt x="25" y="3"/>
                    <a:pt x="20" y="8"/>
                  </a:cubicBezTo>
                  <a:close/>
                </a:path>
              </a:pathLst>
            </a:custGeom>
            <a:gradFill>
              <a:gsLst>
                <a:gs pos="84000">
                  <a:srgbClr val="2350A2">
                    <a:alpha val="0"/>
                  </a:srgbClr>
                </a:gs>
                <a:gs pos="54000">
                  <a:srgbClr val="2350A2">
                    <a:alpha val="80031"/>
                  </a:srgbClr>
                </a:gs>
                <a:gs pos="0">
                  <a:srgbClr val="D5031C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937907" y="3665012"/>
              <a:ext cx="6205450" cy="397270"/>
              <a:chOff x="595007" y="3665012"/>
              <a:chExt cx="6205450" cy="397270"/>
            </a:xfrm>
          </p:grpSpPr>
          <p:sp>
            <p:nvSpPr>
              <p:cNvPr id="10" name="Freeform 44"/>
              <p:cNvSpPr/>
              <p:nvPr/>
            </p:nvSpPr>
            <p:spPr bwMode="auto">
              <a:xfrm>
                <a:off x="595007" y="3665012"/>
                <a:ext cx="6205450" cy="397270"/>
              </a:xfrm>
              <a:custGeom>
                <a:avLst/>
                <a:gdLst>
                  <a:gd name="T0" fmla="*/ 58 w 1559"/>
                  <a:gd name="T1" fmla="*/ 24 h 98"/>
                  <a:gd name="T2" fmla="*/ 9 w 1559"/>
                  <a:gd name="T3" fmla="*/ 74 h 98"/>
                  <a:gd name="T4" fmla="*/ 19 w 1559"/>
                  <a:gd name="T5" fmla="*/ 98 h 98"/>
                  <a:gd name="T6" fmla="*/ 1559 w 1559"/>
                  <a:gd name="T7" fmla="*/ 98 h 98"/>
                  <a:gd name="T8" fmla="*/ 1559 w 1559"/>
                  <a:gd name="T9" fmla="*/ 0 h 98"/>
                  <a:gd name="T10" fmla="*/ 117 w 1559"/>
                  <a:gd name="T11" fmla="*/ 0 h 98"/>
                  <a:gd name="T12" fmla="*/ 58 w 1559"/>
                  <a:gd name="T13" fmla="*/ 2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59" h="98">
                    <a:moveTo>
                      <a:pt x="58" y="24"/>
                    </a:moveTo>
                    <a:cubicBezTo>
                      <a:pt x="9" y="74"/>
                      <a:pt x="9" y="74"/>
                      <a:pt x="9" y="74"/>
                    </a:cubicBezTo>
                    <a:cubicBezTo>
                      <a:pt x="0" y="82"/>
                      <a:pt x="6" y="98"/>
                      <a:pt x="19" y="98"/>
                    </a:cubicBezTo>
                    <a:cubicBezTo>
                      <a:pt x="1559" y="98"/>
                      <a:pt x="1559" y="98"/>
                      <a:pt x="1559" y="98"/>
                    </a:cubicBezTo>
                    <a:cubicBezTo>
                      <a:pt x="1559" y="0"/>
                      <a:pt x="1559" y="0"/>
                      <a:pt x="1559" y="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95" y="0"/>
                      <a:pt x="74" y="9"/>
                      <a:pt x="58" y="24"/>
                    </a:cubicBezTo>
                    <a:close/>
                  </a:path>
                </a:pathLst>
              </a:custGeom>
              <a:gradFill>
                <a:gsLst>
                  <a:gs pos="51000">
                    <a:srgbClr val="D5031C">
                      <a:alpha val="30000"/>
                    </a:srgbClr>
                  </a:gs>
                  <a:gs pos="67000">
                    <a:srgbClr val="D5031C">
                      <a:alpha val="0"/>
                    </a:srgbClr>
                  </a:gs>
                  <a:gs pos="10000">
                    <a:srgbClr val="D5031C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987647" y="3735265"/>
                <a:ext cx="3966802" cy="258199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>
                  <a:lnSpc>
                    <a:spcPts val="1640"/>
                  </a:lnSpc>
                </a:pPr>
                <a:r>
                  <a:rPr lang="zh-CN" altLang="en-US" sz="1400" b="0" i="0" dirty="0">
                    <a:solidFill>
                      <a:schemeClr val="bg1"/>
                    </a:solidFill>
                    <a:latin typeface="思源黑体 CN Normal" panose="020B0500000000000000" pitchFamily="34" charset="-122"/>
                    <a:ea typeface="思源黑体 CN Normal" panose="020B0500000000000000" pitchFamily="34" charset="-122"/>
                  </a:rPr>
                  <a:t>成为领先的数字化转型合作伙伴</a:t>
                </a:r>
                <a:endParaRPr lang="zh-CN" altLang="en-US" sz="1400" b="0" i="0" dirty="0">
                  <a:solidFill>
                    <a:schemeClr val="bg1"/>
                  </a:solidFill>
                  <a:latin typeface="思源黑体 CN Normal" panose="020B0500000000000000" pitchFamily="34" charset="-122"/>
                  <a:ea typeface="思源黑体 CN Normal" panose="020B0500000000000000" pitchFamily="34" charset="-122"/>
                </a:endParaRPr>
              </a:p>
            </p:txBody>
          </p:sp>
        </p:grpSp>
      </p:grpSp>
      <p:grpSp>
        <p:nvGrpSpPr>
          <p:cNvPr id="2" name="组合 1"/>
          <p:cNvGrpSpPr/>
          <p:nvPr userDrawn="1"/>
        </p:nvGrpSpPr>
        <p:grpSpPr>
          <a:xfrm>
            <a:off x="-3422170" y="4729137"/>
            <a:ext cx="3067499" cy="2128863"/>
            <a:chOff x="-3422170" y="4729137"/>
            <a:chExt cx="3067499" cy="2128863"/>
          </a:xfrm>
        </p:grpSpPr>
        <p:grpSp>
          <p:nvGrpSpPr>
            <p:cNvPr id="12" name="组合 11"/>
            <p:cNvGrpSpPr/>
            <p:nvPr userDrawn="1"/>
          </p:nvGrpSpPr>
          <p:grpSpPr>
            <a:xfrm>
              <a:off x="-2446024" y="5973833"/>
              <a:ext cx="2091353" cy="884167"/>
              <a:chOff x="-2446024" y="5973833"/>
              <a:chExt cx="2091353" cy="884167"/>
            </a:xfrm>
          </p:grpSpPr>
          <p:sp>
            <p:nvSpPr>
              <p:cNvPr id="20" name="Freeform 44"/>
              <p:cNvSpPr>
                <a:spLocks noChangeAspect="1"/>
              </p:cNvSpPr>
              <p:nvPr userDrawn="1"/>
            </p:nvSpPr>
            <p:spPr bwMode="auto">
              <a:xfrm>
                <a:off x="-2446024" y="5973833"/>
                <a:ext cx="2091353" cy="133887"/>
              </a:xfrm>
              <a:custGeom>
                <a:avLst/>
                <a:gdLst>
                  <a:gd name="T0" fmla="*/ 58 w 1559"/>
                  <a:gd name="T1" fmla="*/ 24 h 98"/>
                  <a:gd name="T2" fmla="*/ 9 w 1559"/>
                  <a:gd name="T3" fmla="*/ 74 h 98"/>
                  <a:gd name="T4" fmla="*/ 19 w 1559"/>
                  <a:gd name="T5" fmla="*/ 98 h 98"/>
                  <a:gd name="T6" fmla="*/ 1559 w 1559"/>
                  <a:gd name="T7" fmla="*/ 98 h 98"/>
                  <a:gd name="T8" fmla="*/ 1559 w 1559"/>
                  <a:gd name="T9" fmla="*/ 0 h 98"/>
                  <a:gd name="T10" fmla="*/ 117 w 1559"/>
                  <a:gd name="T11" fmla="*/ 0 h 98"/>
                  <a:gd name="T12" fmla="*/ 58 w 1559"/>
                  <a:gd name="T13" fmla="*/ 2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59" h="98">
                    <a:moveTo>
                      <a:pt x="58" y="24"/>
                    </a:moveTo>
                    <a:cubicBezTo>
                      <a:pt x="9" y="74"/>
                      <a:pt x="9" y="74"/>
                      <a:pt x="9" y="74"/>
                    </a:cubicBezTo>
                    <a:cubicBezTo>
                      <a:pt x="0" y="82"/>
                      <a:pt x="6" y="98"/>
                      <a:pt x="19" y="98"/>
                    </a:cubicBezTo>
                    <a:cubicBezTo>
                      <a:pt x="1559" y="98"/>
                      <a:pt x="1559" y="98"/>
                      <a:pt x="1559" y="98"/>
                    </a:cubicBezTo>
                    <a:cubicBezTo>
                      <a:pt x="1559" y="0"/>
                      <a:pt x="1559" y="0"/>
                      <a:pt x="1559" y="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95" y="0"/>
                      <a:pt x="74" y="9"/>
                      <a:pt x="58" y="24"/>
                    </a:cubicBezTo>
                    <a:close/>
                  </a:path>
                </a:pathLst>
              </a:custGeom>
              <a:gradFill>
                <a:gsLst>
                  <a:gs pos="51000">
                    <a:srgbClr val="D5031C">
                      <a:alpha val="30000"/>
                    </a:srgbClr>
                  </a:gs>
                  <a:gs pos="80000">
                    <a:srgbClr val="D5031C">
                      <a:alpha val="0"/>
                    </a:srgbClr>
                  </a:gs>
                  <a:gs pos="10000">
                    <a:srgbClr val="D7031D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Freeform 44"/>
              <p:cNvSpPr>
                <a:spLocks noChangeAspect="1"/>
              </p:cNvSpPr>
              <p:nvPr userDrawn="1"/>
            </p:nvSpPr>
            <p:spPr bwMode="auto">
              <a:xfrm>
                <a:off x="-2446024" y="6461967"/>
                <a:ext cx="2091353" cy="133887"/>
              </a:xfrm>
              <a:custGeom>
                <a:avLst/>
                <a:gdLst>
                  <a:gd name="T0" fmla="*/ 58 w 1559"/>
                  <a:gd name="T1" fmla="*/ 24 h 98"/>
                  <a:gd name="T2" fmla="*/ 9 w 1559"/>
                  <a:gd name="T3" fmla="*/ 74 h 98"/>
                  <a:gd name="T4" fmla="*/ 19 w 1559"/>
                  <a:gd name="T5" fmla="*/ 98 h 98"/>
                  <a:gd name="T6" fmla="*/ 1559 w 1559"/>
                  <a:gd name="T7" fmla="*/ 98 h 98"/>
                  <a:gd name="T8" fmla="*/ 1559 w 1559"/>
                  <a:gd name="T9" fmla="*/ 0 h 98"/>
                  <a:gd name="T10" fmla="*/ 117 w 1559"/>
                  <a:gd name="T11" fmla="*/ 0 h 98"/>
                  <a:gd name="T12" fmla="*/ 58 w 1559"/>
                  <a:gd name="T13" fmla="*/ 2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59" h="98">
                    <a:moveTo>
                      <a:pt x="58" y="24"/>
                    </a:moveTo>
                    <a:cubicBezTo>
                      <a:pt x="9" y="74"/>
                      <a:pt x="9" y="74"/>
                      <a:pt x="9" y="74"/>
                    </a:cubicBezTo>
                    <a:cubicBezTo>
                      <a:pt x="0" y="82"/>
                      <a:pt x="6" y="98"/>
                      <a:pt x="19" y="98"/>
                    </a:cubicBezTo>
                    <a:cubicBezTo>
                      <a:pt x="1559" y="98"/>
                      <a:pt x="1559" y="98"/>
                      <a:pt x="1559" y="98"/>
                    </a:cubicBezTo>
                    <a:cubicBezTo>
                      <a:pt x="1559" y="0"/>
                      <a:pt x="1559" y="0"/>
                      <a:pt x="1559" y="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95" y="0"/>
                      <a:pt x="74" y="9"/>
                      <a:pt x="58" y="24"/>
                    </a:cubicBezTo>
                    <a:close/>
                  </a:path>
                </a:pathLst>
              </a:custGeom>
              <a:gradFill>
                <a:gsLst>
                  <a:gs pos="84000">
                    <a:srgbClr val="2350A2">
                      <a:alpha val="0"/>
                    </a:srgbClr>
                  </a:gs>
                  <a:gs pos="54000">
                    <a:srgbClr val="536EAE"/>
                  </a:gs>
                  <a:gs pos="0">
                    <a:srgbClr val="D5031C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lvl="0"/>
                <a:endParaRPr lang="zh-CN" altLang="en-US"/>
              </a:p>
            </p:txBody>
          </p:sp>
          <p:sp>
            <p:nvSpPr>
              <p:cNvPr id="22" name="Freeform 44"/>
              <p:cNvSpPr>
                <a:spLocks noChangeAspect="1"/>
              </p:cNvSpPr>
              <p:nvPr userDrawn="1"/>
            </p:nvSpPr>
            <p:spPr bwMode="auto">
              <a:xfrm>
                <a:off x="-2446024" y="6217900"/>
                <a:ext cx="2091353" cy="133887"/>
              </a:xfrm>
              <a:custGeom>
                <a:avLst/>
                <a:gdLst>
                  <a:gd name="T0" fmla="*/ 58 w 1559"/>
                  <a:gd name="T1" fmla="*/ 24 h 98"/>
                  <a:gd name="T2" fmla="*/ 9 w 1559"/>
                  <a:gd name="T3" fmla="*/ 74 h 98"/>
                  <a:gd name="T4" fmla="*/ 19 w 1559"/>
                  <a:gd name="T5" fmla="*/ 98 h 98"/>
                  <a:gd name="T6" fmla="*/ 1559 w 1559"/>
                  <a:gd name="T7" fmla="*/ 98 h 98"/>
                  <a:gd name="T8" fmla="*/ 1559 w 1559"/>
                  <a:gd name="T9" fmla="*/ 0 h 98"/>
                  <a:gd name="T10" fmla="*/ 117 w 1559"/>
                  <a:gd name="T11" fmla="*/ 0 h 98"/>
                  <a:gd name="T12" fmla="*/ 58 w 1559"/>
                  <a:gd name="T13" fmla="*/ 2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59" h="98">
                    <a:moveTo>
                      <a:pt x="58" y="24"/>
                    </a:moveTo>
                    <a:cubicBezTo>
                      <a:pt x="9" y="74"/>
                      <a:pt x="9" y="74"/>
                      <a:pt x="9" y="74"/>
                    </a:cubicBezTo>
                    <a:cubicBezTo>
                      <a:pt x="0" y="82"/>
                      <a:pt x="6" y="98"/>
                      <a:pt x="19" y="98"/>
                    </a:cubicBezTo>
                    <a:cubicBezTo>
                      <a:pt x="1559" y="98"/>
                      <a:pt x="1559" y="98"/>
                      <a:pt x="1559" y="98"/>
                    </a:cubicBezTo>
                    <a:cubicBezTo>
                      <a:pt x="1559" y="0"/>
                      <a:pt x="1559" y="0"/>
                      <a:pt x="1559" y="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95" y="0"/>
                      <a:pt x="74" y="9"/>
                      <a:pt x="58" y="24"/>
                    </a:cubicBezTo>
                    <a:close/>
                  </a:path>
                </a:pathLst>
              </a:custGeom>
              <a:gradFill>
                <a:gsLst>
                  <a:gs pos="36000">
                    <a:srgbClr val="536EAE">
                      <a:alpha val="29691"/>
                    </a:srgbClr>
                  </a:gs>
                  <a:gs pos="80000">
                    <a:srgbClr val="536EAE">
                      <a:alpha val="0"/>
                    </a:srgbClr>
                  </a:gs>
                  <a:gs pos="10000">
                    <a:srgbClr val="536EAE"/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" name="Freeform 44"/>
              <p:cNvSpPr>
                <a:spLocks noChangeAspect="1"/>
              </p:cNvSpPr>
              <p:nvPr userDrawn="1"/>
            </p:nvSpPr>
            <p:spPr bwMode="auto">
              <a:xfrm>
                <a:off x="-2446024" y="6724113"/>
                <a:ext cx="2091353" cy="133887"/>
              </a:xfrm>
              <a:custGeom>
                <a:avLst/>
                <a:gdLst>
                  <a:gd name="T0" fmla="*/ 58 w 1559"/>
                  <a:gd name="T1" fmla="*/ 24 h 98"/>
                  <a:gd name="T2" fmla="*/ 9 w 1559"/>
                  <a:gd name="T3" fmla="*/ 74 h 98"/>
                  <a:gd name="T4" fmla="*/ 19 w 1559"/>
                  <a:gd name="T5" fmla="*/ 98 h 98"/>
                  <a:gd name="T6" fmla="*/ 1559 w 1559"/>
                  <a:gd name="T7" fmla="*/ 98 h 98"/>
                  <a:gd name="T8" fmla="*/ 1559 w 1559"/>
                  <a:gd name="T9" fmla="*/ 0 h 98"/>
                  <a:gd name="T10" fmla="*/ 117 w 1559"/>
                  <a:gd name="T11" fmla="*/ 0 h 98"/>
                  <a:gd name="T12" fmla="*/ 58 w 1559"/>
                  <a:gd name="T13" fmla="*/ 2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59" h="98">
                    <a:moveTo>
                      <a:pt x="58" y="24"/>
                    </a:moveTo>
                    <a:cubicBezTo>
                      <a:pt x="9" y="74"/>
                      <a:pt x="9" y="74"/>
                      <a:pt x="9" y="74"/>
                    </a:cubicBezTo>
                    <a:cubicBezTo>
                      <a:pt x="0" y="82"/>
                      <a:pt x="6" y="98"/>
                      <a:pt x="19" y="98"/>
                    </a:cubicBezTo>
                    <a:cubicBezTo>
                      <a:pt x="1559" y="98"/>
                      <a:pt x="1559" y="98"/>
                      <a:pt x="1559" y="98"/>
                    </a:cubicBezTo>
                    <a:cubicBezTo>
                      <a:pt x="1559" y="0"/>
                      <a:pt x="1559" y="0"/>
                      <a:pt x="1559" y="0"/>
                    </a:cubicBezTo>
                    <a:cubicBezTo>
                      <a:pt x="117" y="0"/>
                      <a:pt x="117" y="0"/>
                      <a:pt x="117" y="0"/>
                    </a:cubicBezTo>
                    <a:cubicBezTo>
                      <a:pt x="95" y="0"/>
                      <a:pt x="74" y="9"/>
                      <a:pt x="58" y="24"/>
                    </a:cubicBezTo>
                    <a:close/>
                  </a:path>
                </a:pathLst>
              </a:custGeom>
              <a:gradFill>
                <a:gsLst>
                  <a:gs pos="80000">
                    <a:srgbClr val="CACCD5">
                      <a:alpha val="0"/>
                    </a:srgbClr>
                  </a:gs>
                  <a:gs pos="61000">
                    <a:srgbClr val="D7DAE3"/>
                  </a:gs>
                  <a:gs pos="3000">
                    <a:schemeClr val="bg1">
                      <a:lumMod val="5000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lvl="0"/>
                <a:endParaRPr lang="zh-CN" altLang="en-US"/>
              </a:p>
            </p:txBody>
          </p:sp>
        </p:grpSp>
        <p:sp>
          <p:nvSpPr>
            <p:cNvPr id="13" name="标题 1"/>
            <p:cNvSpPr txBox="1"/>
            <p:nvPr userDrawn="1"/>
          </p:nvSpPr>
          <p:spPr>
            <a:xfrm>
              <a:off x="-3422170" y="4729137"/>
              <a:ext cx="3022195" cy="215444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algn="ctr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buNone/>
                <a:defRPr sz="4400" b="1" i="0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Bold" panose="020B0800000000000000" pitchFamily="34" charset="-128"/>
                  <a:ea typeface="思源黑体 CN Bold" panose="020B0800000000000000" pitchFamily="34" charset="-128"/>
                  <a:cs typeface="+mj-cs"/>
                </a:defRPr>
              </a:lvl1pPr>
            </a:lstStyle>
            <a:p>
              <a:pPr algn="r">
                <a:lnSpc>
                  <a:spcPct val="100000"/>
                </a:lnSpc>
              </a:pPr>
              <a:r>
                <a:rPr kumimoji="1" lang="zh-CN" altLang="en-US" sz="1400" b="0" i="0" kern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思源黑体 CN Light" panose="020B0500000000000000" pitchFamily="34" charset="-122"/>
                  <a:ea typeface="思源黑体 CN Light" panose="020B0500000000000000" pitchFamily="34" charset="-122"/>
                  <a:cs typeface="+mj-cs"/>
                </a:rPr>
                <a:t>请使用以下配色方案</a:t>
              </a:r>
              <a:endParaRPr kumimoji="1" lang="zh-CN" altLang="en-US" sz="1400" b="0" i="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500000000000000" pitchFamily="34" charset="-122"/>
                <a:ea typeface="思源黑体 CN Light" panose="020B0500000000000000" pitchFamily="34" charset="-122"/>
                <a:cs typeface="+mj-cs"/>
              </a:endParaRPr>
            </a:p>
          </p:txBody>
        </p:sp>
        <p:grpSp>
          <p:nvGrpSpPr>
            <p:cNvPr id="14" name="组合 13"/>
            <p:cNvGrpSpPr/>
            <p:nvPr userDrawn="1"/>
          </p:nvGrpSpPr>
          <p:grpSpPr>
            <a:xfrm>
              <a:off x="-2625744" y="5150166"/>
              <a:ext cx="2225768" cy="338260"/>
              <a:chOff x="-2625744" y="5150166"/>
              <a:chExt cx="2225768" cy="338260"/>
            </a:xfrm>
          </p:grpSpPr>
          <p:sp>
            <p:nvSpPr>
              <p:cNvPr id="15" name="圆角矩形 12"/>
              <p:cNvSpPr/>
              <p:nvPr userDrawn="1"/>
            </p:nvSpPr>
            <p:spPr>
              <a:xfrm>
                <a:off x="-2625744" y="5150166"/>
                <a:ext cx="338259" cy="338260"/>
              </a:xfrm>
              <a:prstGeom prst="roundRect">
                <a:avLst/>
              </a:prstGeom>
              <a:solidFill>
                <a:srgbClr val="D7031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6" name="圆角矩形 13"/>
              <p:cNvSpPr/>
              <p:nvPr userDrawn="1"/>
            </p:nvSpPr>
            <p:spPr>
              <a:xfrm>
                <a:off x="-2153500" y="5150166"/>
                <a:ext cx="338259" cy="338260"/>
              </a:xfrm>
              <a:prstGeom prst="roundRect">
                <a:avLst/>
              </a:prstGeom>
              <a:solidFill>
                <a:srgbClr val="682D5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7" name="圆角矩形 14"/>
              <p:cNvSpPr/>
              <p:nvPr userDrawn="1"/>
            </p:nvSpPr>
            <p:spPr>
              <a:xfrm>
                <a:off x="-1209532" y="5150166"/>
                <a:ext cx="338259" cy="338260"/>
              </a:xfrm>
              <a:prstGeom prst="roundRect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8" name="圆角矩形 23"/>
              <p:cNvSpPr/>
              <p:nvPr userDrawn="1"/>
            </p:nvSpPr>
            <p:spPr>
              <a:xfrm>
                <a:off x="-738235" y="5150166"/>
                <a:ext cx="338259" cy="338260"/>
              </a:xfrm>
              <a:prstGeom prst="round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9" name="圆角矩形 13"/>
              <p:cNvSpPr/>
              <p:nvPr userDrawn="1"/>
            </p:nvSpPr>
            <p:spPr>
              <a:xfrm>
                <a:off x="-1681776" y="5150166"/>
                <a:ext cx="338259" cy="338260"/>
              </a:xfrm>
              <a:prstGeom prst="roundRect">
                <a:avLst/>
              </a:prstGeom>
              <a:solidFill>
                <a:srgbClr val="2350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image" Target="../media/image12.jpeg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13">
            <a:alphaModFix amt="50000"/>
          </a:blip>
          <a:srcRect/>
          <a:stretch>
            <a:fillRect/>
          </a:stretch>
        </p:blipFill>
        <p:spPr>
          <a:xfrm>
            <a:off x="-1" y="0"/>
            <a:ext cx="12192001" cy="6871548"/>
          </a:xfrm>
          <a:prstGeom prst="rect">
            <a:avLst/>
          </a:prstGeom>
        </p:spPr>
      </p:pic>
      <p:sp>
        <p:nvSpPr>
          <p:cNvPr id="6" name="标题 1"/>
          <p:cNvSpPr txBox="1"/>
          <p:nvPr userDrawn="1"/>
        </p:nvSpPr>
        <p:spPr>
          <a:xfrm>
            <a:off x="9169805" y="6959951"/>
            <a:ext cx="3022195" cy="21544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Bold" panose="020B0800000000000000" pitchFamily="34" charset="-128"/>
                <a:ea typeface="思源黑体 CN Bold" panose="020B0800000000000000" pitchFamily="34" charset="-128"/>
                <a:cs typeface="+mj-cs"/>
              </a:defRPr>
            </a:lvl1pPr>
          </a:lstStyle>
          <a:p>
            <a:pPr algn="r">
              <a:lnSpc>
                <a:spcPct val="100000"/>
              </a:lnSpc>
            </a:pPr>
            <a:r>
              <a:rPr kumimoji="1" lang="zh-CN" altLang="en-US" sz="1400" b="0" i="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500000000000000" pitchFamily="34" charset="-122"/>
                <a:ea typeface="思源黑体 CN Light" panose="020B0500000000000000" pitchFamily="34" charset="-122"/>
                <a:cs typeface="+mj-cs"/>
              </a:rPr>
              <a:t>神州数码</a:t>
            </a:r>
            <a:r>
              <a:rPr kumimoji="1" lang="en-US" altLang="zh-CN" sz="1400" b="0" i="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500000000000000" pitchFamily="34" charset="-122"/>
                <a:ea typeface="思源黑体 CN Light" panose="020B0500000000000000" pitchFamily="34" charset="-122"/>
                <a:cs typeface="+mj-cs"/>
              </a:rPr>
              <a:t>PPT</a:t>
            </a:r>
            <a:r>
              <a:rPr kumimoji="1" lang="zh-CN" altLang="en-US" sz="1400" b="0" i="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500000000000000" pitchFamily="34" charset="-122"/>
                <a:ea typeface="思源黑体 CN Light" panose="020B0500000000000000" pitchFamily="34" charset="-122"/>
                <a:cs typeface="+mj-cs"/>
              </a:rPr>
              <a:t>模板</a:t>
            </a:r>
            <a:r>
              <a:rPr kumimoji="1" lang="en-US" altLang="zh-CN" sz="1400" b="0" i="0" kern="1200" dirty="0">
                <a:solidFill>
                  <a:schemeClr val="tx1">
                    <a:lumMod val="50000"/>
                    <a:lumOff val="50000"/>
                  </a:schemeClr>
                </a:solidFill>
                <a:latin typeface="思源黑体 CN Light" panose="020B0500000000000000" pitchFamily="34" charset="-122"/>
                <a:ea typeface="思源黑体 CN Light" panose="020B0500000000000000" pitchFamily="34" charset="-122"/>
                <a:cs typeface="+mj-cs"/>
              </a:rPr>
              <a:t>v20241210</a:t>
            </a:r>
            <a:endParaRPr kumimoji="1" lang="zh-CN" altLang="en-US" sz="1400" b="0" i="0" kern="1200" dirty="0">
              <a:solidFill>
                <a:schemeClr val="tx1">
                  <a:lumMod val="50000"/>
                  <a:lumOff val="50000"/>
                </a:schemeClr>
              </a:solidFill>
              <a:latin typeface="思源黑体 CN Light" panose="020B0500000000000000" pitchFamily="34" charset="-122"/>
              <a:ea typeface="思源黑体 CN Light" panose="020B0500000000000000" pitchFamily="34" charset="-122"/>
              <a:cs typeface="+mj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554480" y="23774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 noProof="1" dirty="0" lang="zh-CN" altLang="en-US">
                <a:solidFill>
                  <a:srgbClr val="536EAE"/>
                </a:solidFill>
                <a:latin typeface="微软雅黑"/>
                <a:ea typeface="微软雅黑"/>
              </a:rPr>
              <a:t>建设方案汇报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36192" y="2779776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000" b="1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保障业务共性平台</a:t>
            </a:r>
          </a:p>
          <a:p>
            <a:pPr algn="l">
              <a:lnSpc>
                <a:spcPct val="112000"/>
              </a:lnSpc>
            </a:pPr>
            <a:r>
              <a:rPr sz="2600" b="1" noProof="1" dirty="0" lang="zh-CN" altLang="en-US">
                <a:solidFill>
                  <a:srgbClr val="D5031C"/>
                </a:solidFill>
                <a:latin typeface="微软雅黑"/>
                <a:ea typeface="微软雅黑"/>
              </a:rPr>
              <a:t>建设方案汇报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93192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noProof="1" dirty="0" lang="zh-CN" altLang="en-US">
                <a:solidFill>
                  <a:srgbClr val="595959"/>
                </a:solidFill>
                <a:latin typeface="微软雅黑"/>
                <a:ea typeface="微软雅黑"/>
              </a:rPr>
              <a:t>作战运用模拟训练  ·  维修保障虚实培训  ·  任务筹划及行为演练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4663440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2026年9月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63072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1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总体技术路线：双平台集成开发 + 自主开发，三系统数据贯通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863072" cy="14630"/>
          </a:xfrm>
          <a:prstGeom prst="rect">
            <a:avLst/>
          </a:prstGeom>
          <a:solidFill>
            <a:srgbClr val="CAC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024128"/>
            <a:ext cx="548640" cy="27432"/>
          </a:xfrm>
          <a:prstGeom prst="rect">
            <a:avLst/>
          </a:prstGeom>
          <a:solidFill>
            <a:srgbClr val="D50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1554480"/>
            <a:ext cx="8503920" cy="475488"/>
          </a:xfrm>
          <a:prstGeom prst="rect">
            <a:avLst/>
          </a:prstGeom>
          <a:solidFill>
            <a:srgbClr val="ECF0F8"/>
          </a:solidFill>
          <a:ln w="12700">
            <a:solidFill>
              <a:srgbClr val="2350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500" b="1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保障业务共性平台功能需求（58个子模块）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2286000"/>
            <a:ext cx="27432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2350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1" noProof="1" dirty="0" lang="zh-CN" altLang="en-US">
                <a:solidFill>
                  <a:srgbClr val="2350A2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2359152"/>
            <a:ext cx="246888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noProof="1" dirty="0" lang="zh-CN" altLang="en-US">
                <a:solidFill>
                  <a:srgbClr val="2350A2"/>
                </a:solidFill>
                <a:latin typeface="微软雅黑"/>
                <a:ea typeface="微软雅黑"/>
              </a:rPr>
              <a:t>系统一
作战运用模拟训练
7个子模块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303580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b="0" noProof="1" dirty="0" lang="zh-CN" altLang="en-US">
                <a:solidFill>
                  <a:srgbClr val="595959"/>
                </a:solidFill>
                <a:latin typeface="微软雅黑"/>
                <a:ea typeface="微软雅黑"/>
              </a:rPr>
              <a:t>基于真景TMAX3D集成开发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2286000"/>
            <a:ext cx="27432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359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1" noProof="1" dirty="0" lang="zh-CN" altLang="en-US">
                <a:solidFill>
                  <a:srgbClr val="359AB8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359152"/>
            <a:ext cx="246888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noProof="1" dirty="0" lang="zh-CN" altLang="en-US">
                <a:solidFill>
                  <a:srgbClr val="359AB8"/>
                </a:solidFill>
                <a:latin typeface="微软雅黑"/>
                <a:ea typeface="微软雅黑"/>
              </a:rPr>
              <a:t>系统二
维修保障虚实培训
31个子模块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03580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b="0" noProof="1" dirty="0" lang="zh-CN" altLang="en-US">
                <a:solidFill>
                  <a:srgbClr val="595959"/>
                </a:solidFill>
                <a:latin typeface="微软雅黑"/>
                <a:ea typeface="微软雅黑"/>
              </a:rPr>
              <a:t>基于朗迪锋+TMAX3D集成开发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2286000"/>
            <a:ext cx="27432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D50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1" noProof="1" dirty="0" lang="zh-CN" altLang="en-US">
                <a:solidFill>
                  <a:srgbClr val="D5031C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80" y="2359152"/>
            <a:ext cx="246888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noProof="1" dirty="0" lang="zh-CN" altLang="en-US">
                <a:solidFill>
                  <a:srgbClr val="D5031C"/>
                </a:solidFill>
                <a:latin typeface="微软雅黑"/>
                <a:ea typeface="微软雅黑"/>
              </a:rPr>
              <a:t>系统三
任务筹划及行为演练
20个子模块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80" y="3035808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b="0" noProof="1" dirty="0" lang="zh-CN" altLang="en-US">
                <a:solidFill>
                  <a:srgbClr val="595959"/>
                </a:solidFill>
                <a:latin typeface="微软雅黑"/>
                <a:ea typeface="微软雅黑"/>
              </a:rPr>
              <a:t>自主开发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3520440"/>
            <a:ext cx="8503920" cy="475488"/>
          </a:xfrm>
          <a:prstGeom prst="rect">
            <a:avLst/>
          </a:prstGeom>
          <a:solidFill>
            <a:srgbClr val="2350A2"/>
          </a:solidFill>
          <a:ln w="12700">
            <a:solidFill>
              <a:srgbClr val="2350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5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统一数据底座 · 系统间自动对接 · 全寿命周期数据贯通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4297680"/>
            <a:ext cx="2743200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noProof="1" dirty="0" lang="zh-CN" altLang="en-US">
                <a:solidFill>
                  <a:srgbClr val="2350A2"/>
                </a:solidFill>
                <a:latin typeface="微软雅黑"/>
                <a:ea typeface="微软雅黑"/>
              </a:rPr>
              <a:t>平台集成开发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681728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 noProof="1" dirty="0" lang="zh-CN" altLang="en-US">
                <a:solidFill>
                  <a:srgbClr val="595959"/>
                </a:solidFill>
                <a:latin typeface="微软雅黑"/>
                <a:ea typeface="微软雅黑"/>
              </a:rPr>
              <a:t>在TMAX3D、MakeReal3D平台上
做业务化开发，落地训练培训功能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09160" y="4297680"/>
            <a:ext cx="2743200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noProof="1" dirty="0" lang="zh-CN" altLang="en-US">
                <a:solidFill>
                  <a:srgbClr val="2350A2"/>
                </a:solidFill>
                <a:latin typeface="微软雅黑"/>
                <a:ea typeface="微软雅黑"/>
              </a:rPr>
              <a:t>自主开发核心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4681728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 noProof="1" dirty="0" lang="zh-CN" altLang="en-US">
                <a:solidFill>
                  <a:srgbClr val="595959"/>
                </a:solidFill>
                <a:latin typeface="微软雅黑"/>
                <a:ea typeface="微软雅黑"/>
              </a:rPr>
              <a:t>系统三保障任务筹划与演练
掌握核心业务逻辑，自主可控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0" y="4297680"/>
            <a:ext cx="2743200" cy="32918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noProof="1" dirty="0" lang="zh-CN" altLang="en-US">
                <a:solidFill>
                  <a:srgbClr val="D5031C"/>
                </a:solidFill>
                <a:latin typeface="微软雅黑"/>
                <a:ea typeface="微软雅黑"/>
              </a:rPr>
              <a:t>三系统贯通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4681728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 noProof="1" dirty="0" lang="zh-CN" altLang="en-US">
                <a:solidFill>
                  <a:srgbClr val="595959"/>
                </a:solidFill>
                <a:latin typeface="微软雅黑"/>
                <a:ea typeface="微软雅黑"/>
              </a:rPr>
              <a:t>数据自动流转，不用人工搬运
训练与实战一体化闭环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5486400" y="2029968"/>
            <a:ext cx="329184" cy="237744"/>
          </a:xfrm>
          <a:prstGeom prst="downArrow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Down Arrow 22"/>
          <p:cNvSpPr/>
          <p:nvPr/>
        </p:nvSpPr>
        <p:spPr>
          <a:xfrm>
            <a:off x="5486400" y="3310128"/>
            <a:ext cx="329184" cy="182880"/>
          </a:xfrm>
          <a:prstGeom prst="downArrow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63072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1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需求全景：三系统 · 10模块 · 58子模块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863072" cy="14630"/>
          </a:xfrm>
          <a:prstGeom prst="rect">
            <a:avLst/>
          </a:prstGeom>
          <a:solidFill>
            <a:srgbClr val="CAC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024128"/>
            <a:ext cx="548640" cy="27432"/>
          </a:xfrm>
          <a:prstGeom prst="rect">
            <a:avLst/>
          </a:prstGeom>
          <a:solidFill>
            <a:srgbClr val="D50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2926080" cy="512064"/>
          </a:xfrm>
          <a:prstGeom prst="rect">
            <a:avLst/>
          </a:prstGeom>
          <a:solidFill>
            <a:srgbClr val="2350A2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3584448" y="1554480"/>
            <a:ext cx="4572000" cy="512064"/>
          </a:xfrm>
          <a:prstGeom prst="rect">
            <a:avLst/>
          </a:prstGeom>
          <a:solidFill>
            <a:srgbClr val="2350A2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模块</a:t>
            </a:r>
          </a:p>
        </p:txBody>
      </p:sp>
      <p:sp>
        <p:nvSpPr>
          <p:cNvPr id="7" name="Rectangle 6"/>
          <p:cNvSpPr/>
          <p:nvPr/>
        </p:nvSpPr>
        <p:spPr>
          <a:xfrm>
            <a:off x="8156448" y="1554480"/>
            <a:ext cx="1005840" cy="512064"/>
          </a:xfrm>
          <a:prstGeom prst="rect">
            <a:avLst/>
          </a:prstGeom>
          <a:solidFill>
            <a:srgbClr val="2350A2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子模块数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62288" y="1554480"/>
            <a:ext cx="1828800" cy="512064"/>
          </a:xfrm>
          <a:prstGeom prst="rect">
            <a:avLst/>
          </a:prstGeom>
          <a:solidFill>
            <a:srgbClr val="2350A2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建设方式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066543"/>
            <a:ext cx="2926080" cy="512064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一 · 作战运用模拟训练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84448" y="2066543"/>
            <a:ext cx="4572000" cy="512064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训练素材快速制作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56448" y="2066543"/>
            <a:ext cx="1005840" cy="512064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62288" y="2066543"/>
            <a:ext cx="1828800" cy="512064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基于真景TMAX3D集成开发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578608"/>
            <a:ext cx="292608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二 · 维修保障虚实培训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84448" y="2578608"/>
            <a:ext cx="45720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模型资产管理 + 高保真仿真 + 课件开发 + 效果评价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6448" y="2578608"/>
            <a:ext cx="10058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31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62288" y="2578608"/>
            <a:ext cx="182880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基于朗迪锋+TMAX3D集成开发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090672"/>
            <a:ext cx="2926080" cy="512064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三 · 任务筹划及行为演练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84448" y="3090672"/>
            <a:ext cx="4572000" cy="512064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任务分解 + 资源建模 + 筹划 + 推演 + 评估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56448" y="3090672"/>
            <a:ext cx="1005840" cy="512064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20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62288" y="3090672"/>
            <a:ext cx="1828800" cy="512064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自主开发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602736"/>
            <a:ext cx="2926080" cy="512064"/>
          </a:xfrm>
          <a:prstGeom prst="rect">
            <a:avLst/>
          </a:prstGeom>
          <a:solidFill>
            <a:srgbClr val="ECF0F8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1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合计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84448" y="3602736"/>
            <a:ext cx="4572000" cy="512064"/>
          </a:xfrm>
          <a:prstGeom prst="rect">
            <a:avLst/>
          </a:prstGeom>
          <a:solidFill>
            <a:srgbClr val="ECF0F8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1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10个模块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56448" y="3602736"/>
            <a:ext cx="1005840" cy="512064"/>
          </a:xfrm>
          <a:prstGeom prst="rect">
            <a:avLst/>
          </a:prstGeom>
          <a:solidFill>
            <a:srgbClr val="ECF0F8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b="1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58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62288" y="3602736"/>
            <a:ext cx="1828800" cy="512064"/>
          </a:xfrm>
          <a:prstGeom prst="rect">
            <a:avLst/>
          </a:prstGeom>
          <a:solidFill>
            <a:srgbClr val="ECF0F8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b="1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3891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 noProof="1" dirty="0" lang="zh-CN" altLang="en-US">
                <a:solidFill>
                  <a:srgbClr val="595959"/>
                </a:solidFill>
                <a:latin typeface="微软雅黑"/>
                <a:ea typeface="微软雅黑"/>
              </a:rPr>
              <a:t>每个子模块的需求规格已在功能列表中明确，建设方式逐一对应，确保</a:t>
            </a:r>
          </a:p>
          <a:p>
            <a:pPr algn="l">
              <a:lnSpc>
                <a:spcPct val="130000"/>
              </a:lnSpc>
            </a:pPr>
            <a:r>
              <a:rPr sz="1400" b="1" noProof="1" dirty="0" lang="zh-CN" altLang="en-US">
                <a:solidFill>
                  <a:srgbClr val="D5031C"/>
                </a:solidFill>
                <a:latin typeface="微软雅黑"/>
                <a:ea typeface="微软雅黑"/>
              </a:rPr>
              <a:t>“需求可追溯、范围可核验、进度可度量”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63072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1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系统一：作战运用模拟训练 — 基于TMAX3D的集成开发思路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863072" cy="14630"/>
          </a:xfrm>
          <a:prstGeom prst="rect">
            <a:avLst/>
          </a:prstGeom>
          <a:solidFill>
            <a:srgbClr val="CAC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024128"/>
            <a:ext cx="548640" cy="27432"/>
          </a:xfrm>
          <a:prstGeom prst="rect">
            <a:avLst/>
          </a:prstGeom>
          <a:solidFill>
            <a:srgbClr val="D50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32004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noProof="1" dirty="0" lang="zh-CN" altLang="en-US">
                <a:solidFill>
                  <a:srgbClr val="2350A2"/>
                </a:solidFill>
                <a:latin typeface="微软雅黑"/>
                <a:ea typeface="微软雅黑"/>
              </a:rPr>
              <a:t>平台提供什么（底座能力）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01368"/>
            <a:ext cx="3200400" cy="14630"/>
          </a:xfrm>
          <a:prstGeom prst="rect">
            <a:avLst/>
          </a:prstGeom>
          <a:solidFill>
            <a:srgbClr val="CAC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3200400" cy="1005840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05740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noProof="1" dirty="0" lang="zh-CN" altLang="en-US">
                <a:solidFill>
                  <a:srgbClr val="2350A2"/>
                </a:solidFill>
                <a:latin typeface="微软雅黑"/>
                <a:ea typeface="微软雅黑"/>
              </a:rPr>
              <a:t>自研三维引擎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386584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 noProof="1" dirty="0" lang="zh-CN" altLang="en-US">
                <a:solidFill>
                  <a:srgbClr val="595959"/>
                </a:solidFill>
                <a:latin typeface="微软雅黑"/>
                <a:ea typeface="微软雅黑"/>
              </a:rPr>
              <a:t>完全自主知识产权，直接读设计院
图纸，亿级三角面自动轻量化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063239"/>
            <a:ext cx="3200400" cy="1005840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154679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noProof="1" dirty="0" lang="zh-CN" altLang="en-US">
                <a:solidFill>
                  <a:srgbClr val="2350A2"/>
                </a:solidFill>
                <a:latin typeface="微软雅黑"/>
                <a:ea typeface="微软雅黑"/>
              </a:rPr>
              <a:t>动画与脚本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483863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 noProof="1" dirty="0" lang="zh-CN" altLang="en-US">
                <a:solidFill>
                  <a:srgbClr val="595959"/>
                </a:solidFill>
                <a:latin typeface="微软雅黑"/>
                <a:ea typeface="微软雅黑"/>
              </a:rPr>
              <a:t>关键帧动画、拖拽式脚本编排，
制作训练素材不需要写代码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4160520"/>
            <a:ext cx="3200400" cy="1005840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251959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noProof="1" dirty="0" lang="zh-CN" altLang="en-US">
                <a:solidFill>
                  <a:srgbClr val="2350A2"/>
                </a:solidFill>
                <a:latin typeface="微软雅黑"/>
                <a:ea typeface="微软雅黑"/>
              </a:rPr>
              <a:t>特效与环境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4581144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 noProof="1" dirty="0" lang="zh-CN" altLang="en-US">
                <a:solidFill>
                  <a:srgbClr val="595959"/>
                </a:solidFill>
                <a:latin typeface="微软雅黑"/>
                <a:ea typeface="微软雅黑"/>
              </a:rPr>
              <a:t>粒子特效、光线追踪，地形/天气/
海洋/光照齐全，还原作战场景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5257800"/>
            <a:ext cx="3200400" cy="1005840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534924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noProof="1" dirty="0" lang="zh-CN" altLang="en-US">
                <a:solidFill>
                  <a:srgbClr val="2350A2"/>
                </a:solidFill>
                <a:latin typeface="微软雅黑"/>
                <a:ea typeface="微软雅黑"/>
              </a:rPr>
              <a:t>数字角色与多终端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5678424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 noProof="1" dirty="0" lang="zh-CN" altLang="en-US">
                <a:solidFill>
                  <a:srgbClr val="595959"/>
                </a:solidFill>
                <a:latin typeface="微软雅黑"/>
                <a:ea typeface="微软雅黑"/>
              </a:rPr>
              <a:t>虚拟角色系统；云渲染架构，VR眼镜、
大屏、平板、手机都能用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1417320"/>
            <a:ext cx="68580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noProof="1" dirty="0" lang="zh-CN" altLang="en-US">
                <a:solidFill>
                  <a:srgbClr val="D5031C"/>
                </a:solidFill>
                <a:latin typeface="微软雅黑"/>
                <a:ea typeface="微软雅黑"/>
              </a:rPr>
              <a:t>我方做什么（集成开发四步）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1801368"/>
            <a:ext cx="6858000" cy="14630"/>
          </a:xfrm>
          <a:prstGeom prst="rect">
            <a:avLst/>
          </a:prstGeom>
          <a:solidFill>
            <a:srgbClr val="CAC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06240" y="1965960"/>
            <a:ext cx="329184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2350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06240" y="1965960"/>
            <a:ext cx="3291840" cy="347472"/>
          </a:xfrm>
          <a:prstGeom prst="rect">
            <a:avLst/>
          </a:prstGeom>
          <a:solidFill>
            <a:srgbClr val="2350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① 业务场景构建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2404872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1200" b="0" noProof="1" dirty="0" lang="zh-CN" altLang="en-US">
                <a:solidFill>
                  <a:srgbClr val="595959"/>
                </a:solidFill>
                <a:latin typeface="微软雅黑"/>
                <a:ea typeface="微软雅黑"/>
              </a:rPr>
              <a:t>按舰船作战运用业务搭建训练场景
制定素材标准和制作规范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1965960"/>
            <a:ext cx="329184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359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0" y="1965960"/>
            <a:ext cx="3291840" cy="347472"/>
          </a:xfrm>
          <a:prstGeom prst="rect">
            <a:avLst/>
          </a:prstGeom>
          <a:solidFill>
            <a:srgbClr val="35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② 脚本封装复用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2404872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1200" b="0" noProof="1" dirty="0" lang="zh-CN" altLang="en-US">
                <a:solidFill>
                  <a:srgbClr val="595959"/>
                </a:solidFill>
                <a:latin typeface="微软雅黑"/>
                <a:ea typeface="微软雅黑"/>
              </a:rPr>
              <a:t>把平台通用能力封装成作战训练
脚本库，一次开发、反复使用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3383280"/>
            <a:ext cx="329184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F09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06240" y="3383280"/>
            <a:ext cx="3291840" cy="347472"/>
          </a:xfrm>
          <a:prstGeom prst="rect">
            <a:avLst/>
          </a:prstGeom>
          <a:solidFill>
            <a:srgbClr val="F09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③ 数字舰员配置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3822191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1200" b="0" noProof="1" dirty="0" lang="zh-CN" altLang="en-US">
                <a:solidFill>
                  <a:srgbClr val="595959"/>
                </a:solidFill>
                <a:latin typeface="微软雅黑"/>
                <a:ea typeface="微软雅黑"/>
              </a:rPr>
              <a:t>定义舰员岗位行为逻辑，配置虚拟
教官讲解、纠错、引导话术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0" y="3383280"/>
            <a:ext cx="329184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3DC9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0" y="3383280"/>
            <a:ext cx="3291840" cy="347472"/>
          </a:xfrm>
          <a:prstGeom prst="rect">
            <a:avLst/>
          </a:prstGeom>
          <a:solidFill>
            <a:srgbClr val="3DC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④ 集成联调发布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60" y="3822191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1200" b="0" noProof="1" dirty="0" lang="zh-CN" altLang="en-US">
                <a:solidFill>
                  <a:srgbClr val="595959"/>
                </a:solidFill>
                <a:latin typeface="微软雅黑"/>
                <a:ea typeface="微软雅黑"/>
              </a:rPr>
              <a:t>与系统二/三对接，场景模型共享
多终端发布，逐项对照验收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217920"/>
            <a:ext cx="10863072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00" b="1" noProof="1" dirty="0" lang="zh-CN" altLang="en-US">
                <a:solidFill>
                  <a:srgbClr val="2350A2"/>
                </a:solidFill>
                <a:latin typeface="微软雅黑"/>
                <a:ea typeface="微软雅黑"/>
              </a:rPr>
              <a:t>分工清晰：平台管“渲染呈现”，我方管“业务与集成”，合力实现 7 个子模块全部功能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63072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1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系统一：7个子模块 — 平台底座 + 我方开发，逐项实现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863072" cy="14630"/>
          </a:xfrm>
          <a:prstGeom prst="rect">
            <a:avLst/>
          </a:prstGeom>
          <a:solidFill>
            <a:srgbClr val="CAC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024128"/>
            <a:ext cx="548640" cy="27432"/>
          </a:xfrm>
          <a:prstGeom prst="rect">
            <a:avLst/>
          </a:prstGeom>
          <a:solidFill>
            <a:srgbClr val="D50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822960" cy="566928"/>
          </a:xfrm>
          <a:prstGeom prst="rect">
            <a:avLst/>
          </a:prstGeom>
          <a:solidFill>
            <a:srgbClr val="2350A2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编号</a:t>
            </a:r>
          </a:p>
        </p:txBody>
      </p:sp>
      <p:sp>
        <p:nvSpPr>
          <p:cNvPr id="6" name="Rectangle 5"/>
          <p:cNvSpPr/>
          <p:nvPr/>
        </p:nvSpPr>
        <p:spPr>
          <a:xfrm>
            <a:off x="1481328" y="1371600"/>
            <a:ext cx="1737360" cy="566928"/>
          </a:xfrm>
          <a:prstGeom prst="rect">
            <a:avLst/>
          </a:prstGeom>
          <a:solidFill>
            <a:srgbClr val="2350A2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子模块</a:t>
            </a:r>
          </a:p>
        </p:txBody>
      </p:sp>
      <p:sp>
        <p:nvSpPr>
          <p:cNvPr id="7" name="Rectangle 6"/>
          <p:cNvSpPr/>
          <p:nvPr/>
        </p:nvSpPr>
        <p:spPr>
          <a:xfrm>
            <a:off x="3218688" y="1371600"/>
            <a:ext cx="2743200" cy="566928"/>
          </a:xfrm>
          <a:prstGeom prst="rect">
            <a:avLst/>
          </a:prstGeom>
          <a:solidFill>
            <a:srgbClr val="2350A2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平台底座能力</a:t>
            </a:r>
          </a:p>
        </p:txBody>
      </p:sp>
      <p:sp>
        <p:nvSpPr>
          <p:cNvPr id="8" name="Rectangle 7"/>
          <p:cNvSpPr/>
          <p:nvPr/>
        </p:nvSpPr>
        <p:spPr>
          <a:xfrm>
            <a:off x="5961888" y="1371600"/>
            <a:ext cx="5559552" cy="566928"/>
          </a:xfrm>
          <a:prstGeom prst="rect">
            <a:avLst/>
          </a:prstGeom>
          <a:solidFill>
            <a:srgbClr val="2350A2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我方集成开发工作（实现功能列表要求）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938528"/>
            <a:ext cx="822960" cy="566928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b="0" noProof="1" dirty="0" lang="zh-CN" altLang="en-US">
                <a:solidFill>
                  <a:srgbClr val="595959"/>
                </a:solidFill>
                <a:latin typeface="微软雅黑"/>
                <a:ea typeface="微软雅黑"/>
              </a:rPr>
              <a:t>1.1.1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81328" y="1938528"/>
            <a:ext cx="1737360" cy="566928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noProof="1" dirty="0" lang="zh-CN" altLang="en-US">
                <a:solidFill>
                  <a:srgbClr val="2350A2"/>
                </a:solidFill>
                <a:latin typeface="微软雅黑"/>
                <a:ea typeface="微软雅黑"/>
              </a:rPr>
              <a:t>关键帧动画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8688" y="1938528"/>
            <a:ext cx="2743200" cy="566928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 noProof="1" dirty="0" lang="zh-CN" altLang="en-US">
                <a:solidFill>
                  <a:srgbClr val="595959"/>
                </a:solidFill>
                <a:latin typeface="微软雅黑"/>
                <a:ea typeface="微软雅黑"/>
              </a:rPr>
              <a:t>关键帧动画系统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61888" y="1938528"/>
            <a:ext cx="5559552" cy="566928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按训练场景开发装备操作动作库，完成标准动作关键编辑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505456"/>
            <a:ext cx="822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b="0" noProof="1" dirty="0" lang="zh-CN" altLang="en-US">
                <a:solidFill>
                  <a:srgbClr val="595959"/>
                </a:solidFill>
                <a:latin typeface="微软雅黑"/>
                <a:ea typeface="微软雅黑"/>
              </a:rPr>
              <a:t>1.1.2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81328" y="2505456"/>
            <a:ext cx="1737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noProof="1" dirty="0" lang="zh-CN" altLang="en-US">
                <a:solidFill>
                  <a:srgbClr val="2350A2"/>
                </a:solidFill>
                <a:latin typeface="微软雅黑"/>
                <a:ea typeface="微软雅黑"/>
              </a:rPr>
              <a:t>可视化脚本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18688" y="2505456"/>
            <a:ext cx="2743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 noProof="1" dirty="0" lang="zh-CN" altLang="en-US">
                <a:solidFill>
                  <a:srgbClr val="595959"/>
                </a:solidFill>
                <a:latin typeface="微软雅黑"/>
                <a:ea typeface="微软雅黑"/>
              </a:rPr>
              <a:t>拖拽式脚本编排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61888" y="2505456"/>
            <a:ext cx="555955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配置作战业务流程模板，教员不写代码即可制作训练素材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072384"/>
            <a:ext cx="822960" cy="566928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b="0" noProof="1" dirty="0" lang="zh-CN" altLang="en-US">
                <a:solidFill>
                  <a:srgbClr val="595959"/>
                </a:solidFill>
                <a:latin typeface="微软雅黑"/>
                <a:ea typeface="微软雅黑"/>
              </a:rPr>
              <a:t>1.1.3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81328" y="3072384"/>
            <a:ext cx="1737360" cy="566928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noProof="1" dirty="0" lang="zh-CN" altLang="en-US">
                <a:solidFill>
                  <a:srgbClr val="2350A2"/>
                </a:solidFill>
                <a:latin typeface="微软雅黑"/>
                <a:ea typeface="微软雅黑"/>
              </a:rPr>
              <a:t>脚本封装库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18688" y="3072384"/>
            <a:ext cx="2743200" cy="566928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 noProof="1" dirty="0" lang="zh-CN" altLang="en-US">
                <a:solidFill>
                  <a:srgbClr val="595959"/>
                </a:solidFill>
                <a:latin typeface="微软雅黑"/>
                <a:ea typeface="微软雅黑"/>
              </a:rPr>
              <a:t>脚本管理与复用机制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61888" y="3072384"/>
            <a:ext cx="5559552" cy="566928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建立作战训练脚本封装库，统一标准、全平台复用共享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639312"/>
            <a:ext cx="822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b="0" noProof="1" dirty="0" lang="zh-CN" altLang="en-US">
                <a:solidFill>
                  <a:srgbClr val="595959"/>
                </a:solidFill>
                <a:latin typeface="微软雅黑"/>
                <a:ea typeface="微软雅黑"/>
              </a:rPr>
              <a:t>1.1.4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81328" y="3639312"/>
            <a:ext cx="1737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noProof="1" dirty="0" lang="zh-CN" altLang="en-US">
                <a:solidFill>
                  <a:srgbClr val="2350A2"/>
                </a:solidFill>
                <a:latin typeface="微软雅黑"/>
                <a:ea typeface="微软雅黑"/>
              </a:rPr>
              <a:t>数字舰员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18688" y="3639312"/>
            <a:ext cx="2743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 noProof="1" dirty="0" lang="zh-CN" altLang="en-US">
                <a:solidFill>
                  <a:srgbClr val="595959"/>
                </a:solidFill>
                <a:latin typeface="微软雅黑"/>
                <a:ea typeface="微软雅黑"/>
              </a:rPr>
              <a:t>数字角色系统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61888" y="3639312"/>
            <a:ext cx="555955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开发舰员岗位行为逻辑，配置虚拟教官讲解/纠错/引导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4206240"/>
            <a:ext cx="822960" cy="566928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b="0" noProof="1" dirty="0" lang="zh-CN" altLang="en-US">
                <a:solidFill>
                  <a:srgbClr val="595959"/>
                </a:solidFill>
                <a:latin typeface="微软雅黑"/>
                <a:ea typeface="微软雅黑"/>
              </a:rPr>
              <a:t>1.1.5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81328" y="4206240"/>
            <a:ext cx="1737360" cy="566928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noProof="1" dirty="0" lang="zh-CN" altLang="en-US">
                <a:solidFill>
                  <a:srgbClr val="2350A2"/>
                </a:solidFill>
                <a:latin typeface="微软雅黑"/>
                <a:ea typeface="微软雅黑"/>
              </a:rPr>
              <a:t>特效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18688" y="4206240"/>
            <a:ext cx="2743200" cy="566928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 noProof="1" dirty="0" lang="zh-CN" altLang="en-US">
                <a:solidFill>
                  <a:srgbClr val="595959"/>
                </a:solidFill>
                <a:latin typeface="微软雅黑"/>
                <a:ea typeface="微软雅黑"/>
              </a:rPr>
              <a:t>粒子特效模块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61888" y="4206240"/>
            <a:ext cx="5559552" cy="566928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按作战场景调校烟火爆炸、射流尾焰等特效参数库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773168"/>
            <a:ext cx="8229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b="0" noProof="1" dirty="0" lang="zh-CN" altLang="en-US">
                <a:solidFill>
                  <a:srgbClr val="595959"/>
                </a:solidFill>
                <a:latin typeface="微软雅黑"/>
                <a:ea typeface="微软雅黑"/>
              </a:rPr>
              <a:t>1.1.6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81328" y="4773168"/>
            <a:ext cx="1737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noProof="1" dirty="0" lang="zh-CN" altLang="en-US">
                <a:solidFill>
                  <a:srgbClr val="2350A2"/>
                </a:solidFill>
                <a:latin typeface="微软雅黑"/>
                <a:ea typeface="微软雅黑"/>
              </a:rPr>
              <a:t>自然环境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18688" y="4773168"/>
            <a:ext cx="27432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 noProof="1" dirty="0" lang="zh-CN" altLang="en-US">
                <a:solidFill>
                  <a:srgbClr val="595959"/>
                </a:solidFill>
                <a:latin typeface="微软雅黑"/>
                <a:ea typeface="微软雅黑"/>
              </a:rPr>
              <a:t>地形/天气/海洋系统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61888" y="4773168"/>
            <a:ext cx="5559552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按训练海域条件构建海上训练环境预设方案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40096"/>
            <a:ext cx="822960" cy="566928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b="0" noProof="1" dirty="0" lang="zh-CN" altLang="en-US">
                <a:solidFill>
                  <a:srgbClr val="595959"/>
                </a:solidFill>
                <a:latin typeface="微软雅黑"/>
                <a:ea typeface="微软雅黑"/>
              </a:rPr>
              <a:t>1.1.7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481328" y="5340096"/>
            <a:ext cx="1737360" cy="566928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noProof="1" dirty="0" lang="zh-CN" altLang="en-US">
                <a:solidFill>
                  <a:srgbClr val="2350A2"/>
                </a:solidFill>
                <a:latin typeface="微软雅黑"/>
                <a:ea typeface="微软雅黑"/>
              </a:rPr>
              <a:t>光照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18688" y="5340096"/>
            <a:ext cx="2743200" cy="566928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 noProof="1" dirty="0" lang="zh-CN" altLang="en-US">
                <a:solidFill>
                  <a:srgbClr val="595959"/>
                </a:solidFill>
                <a:latin typeface="微软雅黑"/>
                <a:ea typeface="微软雅黑"/>
              </a:rPr>
              <a:t>光线追踪+灯光系统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61888" y="5340096"/>
            <a:ext cx="5559552" cy="566928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3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配置昼夜、舱内外光照方案，保证训练真实感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6135624"/>
            <a:ext cx="10863072" cy="457200"/>
          </a:xfrm>
          <a:prstGeom prst="rect">
            <a:avLst/>
          </a:prstGeom>
          <a:solidFill>
            <a:srgbClr val="ECF0F8"/>
          </a:solidFill>
          <a:ln w="12700">
            <a:solidFill>
              <a:srgbClr val="2350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" y="6172200"/>
            <a:ext cx="105156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noProof="1" dirty="0" lang="zh-CN" altLang="en-US">
                <a:solidFill>
                  <a:srgbClr val="2350A2"/>
                </a:solidFill>
                <a:latin typeface="微软雅黑"/>
                <a:ea typeface="微软雅黑"/>
              </a:rPr>
              <a:t>7 个子模块逐项对应“平台底座 + 我方开发”，功能列表要求条条有落地路径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63072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1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系统二：维修保障虚实培训 — 模型管理 + 高保真仿真集成开发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863072" cy="14630"/>
          </a:xfrm>
          <a:prstGeom prst="rect">
            <a:avLst/>
          </a:prstGeom>
          <a:solidFill>
            <a:srgbClr val="CAC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024128"/>
            <a:ext cx="548640" cy="27432"/>
          </a:xfrm>
          <a:prstGeom prst="rect">
            <a:avLst/>
          </a:prstGeom>
          <a:solidFill>
            <a:srgbClr val="D50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63072" cy="365760"/>
          </a:xfrm>
          <a:prstGeom prst="rect">
            <a:avLst/>
          </a:prstGeom>
          <a:solidFill>
            <a:srgbClr val="35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模块一 · 培训模型资产管理（6个子模块）→ 基于TMAX3D开发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28800"/>
            <a:ext cx="1691640" cy="512064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素材导入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80" y="1828800"/>
            <a:ext cx="1691640" cy="512064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数据预览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9392" y="1828800"/>
            <a:ext cx="1691640" cy="512064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自动轻量化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9903" y="1828800"/>
            <a:ext cx="1691640" cy="512064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贴图优化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00416" y="1828800"/>
            <a:ext cx="1691640" cy="512064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结构树管理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10928" y="1828800"/>
            <a:ext cx="1691640" cy="512064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权限管理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788920"/>
            <a:ext cx="10863072" cy="365760"/>
          </a:xfrm>
          <a:prstGeom prst="rect">
            <a:avLst/>
          </a:prstGeom>
          <a:solidFill>
            <a:srgbClr val="2350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模块二 · 高保真培训模型构建与仿真（14个子模块）→ 基于MakeReal3D + VMPro开发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246120"/>
            <a:ext cx="1435608" cy="512064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CAD模型导入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12848" y="3246120"/>
            <a:ext cx="1435608" cy="512064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材质管理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67328" y="3246120"/>
            <a:ext cx="1435608" cy="512064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场景管理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21807" y="3246120"/>
            <a:ext cx="1435608" cy="512064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PBR渲染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76288" y="3246120"/>
            <a:ext cx="1435608" cy="512064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光照配置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30768" y="3246120"/>
            <a:ext cx="1435608" cy="512064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可视化编辑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85248" y="3246120"/>
            <a:ext cx="1435608" cy="512064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界面编辑器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813048"/>
            <a:ext cx="1435608" cy="512064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活动编辑器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12848" y="3813048"/>
            <a:ext cx="1435608" cy="512064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场景脚本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67328" y="3813048"/>
            <a:ext cx="1435608" cy="512064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多人协同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21807" y="3813048"/>
            <a:ext cx="1435608" cy="512064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VR/MR头显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76288" y="3813048"/>
            <a:ext cx="1435608" cy="512064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刚体仿真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30768" y="3813048"/>
            <a:ext cx="1435608" cy="512064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约束管理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85248" y="3813048"/>
            <a:ext cx="1435608" cy="512064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碰撞检测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617720"/>
            <a:ext cx="10863072" cy="1188720"/>
          </a:xfrm>
          <a:prstGeom prst="rect">
            <a:avLst/>
          </a:prstGeom>
          <a:solidFill>
            <a:srgbClr val="ECF0F8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4709159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sz="1400" b="1" noProof="1" dirty="0" lang="zh-CN" altLang="en-US">
                <a:solidFill>
                  <a:srgbClr val="2350A2"/>
                </a:solidFill>
                <a:latin typeface="微软雅黑"/>
                <a:ea typeface="微软雅黑"/>
              </a:rPr>
              <a:t>集成开发分工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3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TMAX3D 平台负责：CAD图纸直接读取、亿级三角面自动轻量化、模型结构树管理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3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MakeReal3D + VMPro 平台负责：PBR物理材质渲染、VR/MR头显交互、刚体物理仿真</a:t>
            </a:r>
          </a:p>
          <a:p>
            <a:pPr algn="l">
              <a:lnSpc>
                <a:spcPct val="135000"/>
              </a:lnSpc>
            </a:pPr>
            <a:r>
              <a:rPr sz="1300" b="1" noProof="1" dirty="0" lang="zh-CN" altLang="en-US">
                <a:solidFill>
                  <a:srgbClr val="D5031C"/>
                </a:solidFill>
                <a:latin typeface="微软雅黑"/>
                <a:ea typeface="微软雅黑"/>
              </a:rPr>
              <a:t>我方负责：搭建培训模型资产库与管理流程，开发维修培训场景、拆装交互逻辑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989320"/>
            <a:ext cx="1086307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b="1" noProof="1" dirty="0" lang="zh-CN" altLang="en-US">
                <a:solidFill>
                  <a:srgbClr val="359AB8"/>
                </a:solidFill>
                <a:latin typeface="微软雅黑"/>
                <a:ea typeface="微软雅黑"/>
              </a:rPr>
              <a:t>覆盖 20 个子模块（模块一6 + 模块二14），系统二上半部分完成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63072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1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系统二：维修保障虚实培训 — 课件开发 + 效果评价集成开发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863072" cy="14630"/>
          </a:xfrm>
          <a:prstGeom prst="rect">
            <a:avLst/>
          </a:prstGeom>
          <a:solidFill>
            <a:srgbClr val="CAC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024128"/>
            <a:ext cx="548640" cy="27432"/>
          </a:xfrm>
          <a:prstGeom prst="rect">
            <a:avLst/>
          </a:prstGeom>
          <a:solidFill>
            <a:srgbClr val="D50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508760"/>
            <a:ext cx="10863072" cy="365760"/>
          </a:xfrm>
          <a:prstGeom prst="rect">
            <a:avLst/>
          </a:prstGeom>
          <a:solidFill>
            <a:srgbClr val="35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模块三 · 多模态培训课件开发（8个子模块）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965960"/>
            <a:ext cx="2596896" cy="512064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资源导入</a:t>
            </a:r>
          </a:p>
        </p:txBody>
      </p:sp>
      <p:sp>
        <p:nvSpPr>
          <p:cNvPr id="7" name="Rectangle 6"/>
          <p:cNvSpPr/>
          <p:nvPr/>
        </p:nvSpPr>
        <p:spPr>
          <a:xfrm>
            <a:off x="3374136" y="1965960"/>
            <a:ext cx="2596896" cy="512064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二次开发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9904" y="1965960"/>
            <a:ext cx="2596896" cy="512064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场景读取</a:t>
            </a:r>
          </a:p>
        </p:txBody>
      </p:sp>
      <p:sp>
        <p:nvSpPr>
          <p:cNvPr id="9" name="Rectangle 8"/>
          <p:cNvSpPr/>
          <p:nvPr/>
        </p:nvSpPr>
        <p:spPr>
          <a:xfrm>
            <a:off x="8805672" y="1965960"/>
            <a:ext cx="2596896" cy="512064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场景编辑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532888"/>
            <a:ext cx="2596896" cy="512064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脚本编辑器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74136" y="2532888"/>
            <a:ext cx="2596896" cy="512064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PC交互设计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9904" y="2532888"/>
            <a:ext cx="2596896" cy="512064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MR交互设计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05672" y="2532888"/>
            <a:ext cx="2596896" cy="512064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多端发布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154680"/>
            <a:ext cx="1086307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00" b="1" noProof="1" dirty="0" lang="zh-CN" altLang="en-US">
                <a:solidFill>
                  <a:srgbClr val="2350A2"/>
                </a:solidFill>
                <a:latin typeface="微软雅黑"/>
                <a:ea typeface="微软雅黑"/>
              </a:rPr>
              <a:t>课件开发→发布→培训→采集→分析→评价 全链路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538728"/>
            <a:ext cx="1691640" cy="475488"/>
          </a:xfrm>
          <a:prstGeom prst="rect">
            <a:avLst/>
          </a:prstGeom>
          <a:solidFill>
            <a:srgbClr val="2350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资源导入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331720" y="3630168"/>
            <a:ext cx="164592" cy="292608"/>
          </a:xfrm>
          <a:prstGeom prst="rightArrow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96312" y="3538728"/>
            <a:ext cx="1691640" cy="475488"/>
          </a:xfrm>
          <a:prstGeom prst="rect">
            <a:avLst/>
          </a:prstGeom>
          <a:solidFill>
            <a:srgbClr val="2350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场景编辑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169664" y="3630168"/>
            <a:ext cx="164592" cy="292608"/>
          </a:xfrm>
          <a:prstGeom prst="rightArrow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34256" y="3538728"/>
            <a:ext cx="1691640" cy="475488"/>
          </a:xfrm>
          <a:prstGeom prst="rect">
            <a:avLst/>
          </a:prstGeom>
          <a:solidFill>
            <a:srgbClr val="2350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脚本配置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007608" y="3630168"/>
            <a:ext cx="164592" cy="292608"/>
          </a:xfrm>
          <a:prstGeom prst="rightArrow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538728"/>
            <a:ext cx="1691640" cy="475488"/>
          </a:xfrm>
          <a:prstGeom prst="rect">
            <a:avLst/>
          </a:prstGeom>
          <a:solidFill>
            <a:srgbClr val="2350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多端发布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845552" y="3630168"/>
            <a:ext cx="164592" cy="292608"/>
          </a:xfrm>
          <a:prstGeom prst="rightArrow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10144" y="3538728"/>
            <a:ext cx="1691640" cy="475488"/>
          </a:xfrm>
          <a:prstGeom prst="rect">
            <a:avLst/>
          </a:prstGeom>
          <a:solidFill>
            <a:srgbClr val="35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培训使用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683496" y="3630168"/>
            <a:ext cx="164592" cy="292608"/>
          </a:xfrm>
          <a:prstGeom prst="rightArrow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848088" y="3538728"/>
            <a:ext cx="1691640" cy="475488"/>
          </a:xfrm>
          <a:prstGeom prst="rect">
            <a:avLst/>
          </a:prstGeom>
          <a:solidFill>
            <a:srgbClr val="35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数据采集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977639"/>
            <a:ext cx="10863072" cy="365760"/>
          </a:xfrm>
          <a:prstGeom prst="rect">
            <a:avLst/>
          </a:prstGeom>
          <a:solidFill>
            <a:srgbClr val="2350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模块四 · 培训效果评价（3个子模块）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434840"/>
            <a:ext cx="3511296" cy="658368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1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453127"/>
            <a:ext cx="3328416" cy="6217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noProof="1" dirty="0" lang="zh-CN" altLang="en-US">
                <a:solidFill>
                  <a:srgbClr val="2350A2"/>
                </a:solidFill>
                <a:latin typeface="微软雅黑"/>
                <a:ea typeface="微软雅黑"/>
              </a:rPr>
              <a:t>数据采集
（步骤级粒度）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88536" y="4434840"/>
            <a:ext cx="3511296" cy="658368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1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79976" y="4453127"/>
            <a:ext cx="3328416" cy="6217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noProof="1" dirty="0" lang="zh-CN" altLang="en-US">
                <a:solidFill>
                  <a:srgbClr val="2350A2"/>
                </a:solidFill>
                <a:latin typeface="微软雅黑"/>
                <a:ea typeface="微软雅黑"/>
              </a:rPr>
              <a:t>使用分析
（多维统计）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18704" y="4434840"/>
            <a:ext cx="3511296" cy="658368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1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0144" y="4453127"/>
            <a:ext cx="3328416" cy="6217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noProof="1" dirty="0" lang="zh-CN" altLang="en-US">
                <a:solidFill>
                  <a:srgbClr val="2350A2"/>
                </a:solidFill>
                <a:latin typeface="微软雅黑"/>
                <a:ea typeface="微软雅黑"/>
              </a:rPr>
              <a:t>课件评价
（问卷+综合评价）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669280"/>
            <a:ext cx="10863072" cy="457200"/>
          </a:xfrm>
          <a:prstGeom prst="rect">
            <a:avLst/>
          </a:prstGeom>
          <a:solidFill>
            <a:srgbClr val="ECF0F8"/>
          </a:solidFill>
          <a:ln w="12700">
            <a:solidFill>
              <a:srgbClr val="2350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5705856"/>
            <a:ext cx="105156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noProof="1" dirty="0" lang="zh-CN" altLang="en-US">
                <a:solidFill>
                  <a:srgbClr val="2350A2"/>
                </a:solidFill>
                <a:latin typeface="微软雅黑"/>
                <a:ea typeface="微软雅黑"/>
              </a:rPr>
              <a:t>系统二 31 个子模块全覆盖：模型管理6 + 高保真仿真14 + 课件8 + 评价3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63072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1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系统三：保障任务筹划及行为演练 — 业务流程 + 任务筹划（自主开发）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863072" cy="14630"/>
          </a:xfrm>
          <a:prstGeom prst="rect">
            <a:avLst/>
          </a:prstGeom>
          <a:solidFill>
            <a:srgbClr val="CAC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024128"/>
            <a:ext cx="548640" cy="27432"/>
          </a:xfrm>
          <a:prstGeom prst="rect">
            <a:avLst/>
          </a:prstGeom>
          <a:solidFill>
            <a:srgbClr val="D50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508760"/>
            <a:ext cx="1086307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b="1" noProof="1" dirty="0" lang="zh-CN" altLang="en-US">
                <a:solidFill>
                  <a:srgbClr val="D5031C"/>
                </a:solidFill>
                <a:latin typeface="微软雅黑"/>
                <a:ea typeface="微软雅黑"/>
              </a:rPr>
              <a:t>业务流程：从需求输入到方案优化的完整闭环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920240"/>
            <a:ext cx="196596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350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920240"/>
            <a:ext cx="1965960" cy="329184"/>
          </a:xfrm>
          <a:prstGeom prst="rect">
            <a:avLst/>
          </a:prstGeom>
          <a:solidFill>
            <a:srgbClr val="2350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任务分解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304288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noProof="1" dirty="0" lang="zh-CN" altLang="en-US">
                <a:solidFill>
                  <a:srgbClr val="595959"/>
                </a:solidFill>
                <a:latin typeface="微软雅黑"/>
                <a:ea typeface="微软雅黑"/>
              </a:rPr>
              <a:t>输入保障
任务需求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06040" y="2240280"/>
            <a:ext cx="219456" cy="274320"/>
          </a:xfrm>
          <a:prstGeom prst="rightArrow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07208" y="1920240"/>
            <a:ext cx="196596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359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07208" y="1920240"/>
            <a:ext cx="1965960" cy="329184"/>
          </a:xfrm>
          <a:prstGeom prst="rect">
            <a:avLst/>
          </a:prstGeom>
          <a:solidFill>
            <a:srgbClr val="35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资源建模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2304288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noProof="1" dirty="0" lang="zh-CN" altLang="en-US">
                <a:solidFill>
                  <a:srgbClr val="595959"/>
                </a:solidFill>
                <a:latin typeface="微软雅黑"/>
                <a:ea typeface="微软雅黑"/>
              </a:rPr>
              <a:t>摸清人员
物料设施家底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754880" y="2240280"/>
            <a:ext cx="219456" cy="274320"/>
          </a:xfrm>
          <a:prstGeom prst="rightArrow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56048" y="1920240"/>
            <a:ext cx="196596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D50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56048" y="1920240"/>
            <a:ext cx="1965960" cy="329184"/>
          </a:xfrm>
          <a:prstGeom prst="rect">
            <a:avLst/>
          </a:prstGeom>
          <a:solidFill>
            <a:srgbClr val="D50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任务筹划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2304288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noProof="1" dirty="0" lang="zh-CN" altLang="en-US">
                <a:solidFill>
                  <a:srgbClr val="595959"/>
                </a:solidFill>
                <a:latin typeface="微软雅黑"/>
                <a:ea typeface="微软雅黑"/>
              </a:rPr>
              <a:t>制定方案
排进度配资源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903720" y="2240280"/>
            <a:ext cx="219456" cy="274320"/>
          </a:xfrm>
          <a:prstGeom prst="rightArrow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04888" y="1920240"/>
            <a:ext cx="196596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09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04888" y="1920240"/>
            <a:ext cx="1965960" cy="329184"/>
          </a:xfrm>
          <a:prstGeom prst="rect">
            <a:avLst/>
          </a:prstGeom>
          <a:solidFill>
            <a:srgbClr val="F09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行为推演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96328" y="2304288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noProof="1" dirty="0" lang="zh-CN" altLang="en-US">
                <a:solidFill>
                  <a:srgbClr val="595959"/>
                </a:solidFill>
                <a:latin typeface="微软雅黑"/>
                <a:ea typeface="微软雅黑"/>
              </a:rPr>
              <a:t>虚拟演练
验证可行性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052560" y="2240280"/>
            <a:ext cx="219456" cy="274320"/>
          </a:xfrm>
          <a:prstGeom prst="rightArrow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3728" y="1920240"/>
            <a:ext cx="196596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3DC9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53728" y="1920240"/>
            <a:ext cx="1965960" cy="329184"/>
          </a:xfrm>
          <a:prstGeom prst="rect">
            <a:avLst/>
          </a:prstGeom>
          <a:solidFill>
            <a:srgbClr val="3DC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效能评估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8" y="2304288"/>
            <a:ext cx="178308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noProof="1" dirty="0" lang="zh-CN" altLang="en-US">
                <a:solidFill>
                  <a:srgbClr val="595959"/>
                </a:solidFill>
                <a:latin typeface="微软雅黑"/>
                <a:ea typeface="微软雅黑"/>
              </a:rPr>
              <a:t>复盘分析
持续优化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2944368"/>
            <a:ext cx="10863072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b="0" noProof="1" dirty="0" lang="zh-CN" altLang="en-US">
                <a:solidFill>
                  <a:srgbClr val="898989"/>
                </a:solidFill>
                <a:latin typeface="微软雅黑"/>
                <a:ea typeface="微软雅黑"/>
              </a:rPr>
              <a:t>↑ 闭环迭代：评估结果反哺筹划方案，持续优化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429000"/>
            <a:ext cx="3566160" cy="2377440"/>
          </a:xfrm>
          <a:prstGeom prst="rect">
            <a:avLst/>
          </a:prstGeom>
          <a:solidFill>
            <a:srgbClr val="FAFBFD"/>
          </a:solidFill>
          <a:ln w="12700">
            <a:solidFill>
              <a:srgbClr val="2350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429000"/>
            <a:ext cx="3566160" cy="347472"/>
          </a:xfrm>
          <a:prstGeom prst="rect">
            <a:avLst/>
          </a:prstGeom>
          <a:solidFill>
            <a:srgbClr val="2350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模块一 · 保障任务分解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3813048"/>
            <a:ext cx="334670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1" noProof="1" dirty="0" lang="zh-CN" altLang="en-US">
                <a:solidFill>
                  <a:srgbClr val="2350A2"/>
                </a:solidFill>
                <a:latin typeface="微软雅黑"/>
                <a:ea typeface="微软雅黑"/>
              </a:rPr>
              <a:t>3个子模块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" y="406908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noProof="1" dirty="0" lang="zh-CN" altLang="en-US">
                <a:solidFill>
                  <a:srgbClr val="2350A2"/>
                </a:solidFill>
                <a:latin typeface="微软雅黑"/>
                <a:ea typeface="微软雅黑"/>
              </a:rPr>
              <a:t>· </a:t>
            </a:r>
            <a:r>
              <a:rPr sz="12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任务剖面分解：构建多级任务剖面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8" y="4398264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noProof="1" dirty="0" lang="zh-CN" altLang="en-US">
                <a:solidFill>
                  <a:srgbClr val="2350A2"/>
                </a:solidFill>
                <a:latin typeface="微软雅黑"/>
                <a:ea typeface="微软雅黑"/>
              </a:rPr>
              <a:t>· </a:t>
            </a:r>
            <a:r>
              <a:rPr sz="12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履历信息调用：装备全寿命数据导入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" y="4727448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noProof="1" dirty="0" lang="zh-CN" altLang="en-US">
                <a:solidFill>
                  <a:srgbClr val="2350A2"/>
                </a:solidFill>
                <a:latin typeface="微软雅黑"/>
                <a:ea typeface="微软雅黑"/>
              </a:rPr>
              <a:t>· </a:t>
            </a:r>
            <a:r>
              <a:rPr sz="12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信息资源建模：对接全寿命保障平台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15968" y="3429000"/>
            <a:ext cx="3566160" cy="2377440"/>
          </a:xfrm>
          <a:prstGeom prst="rect">
            <a:avLst/>
          </a:prstGeom>
          <a:solidFill>
            <a:srgbClr val="FAFBFD"/>
          </a:solidFill>
          <a:ln w="12700">
            <a:solidFill>
              <a:srgbClr val="359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15968" y="3429000"/>
            <a:ext cx="3566160" cy="347472"/>
          </a:xfrm>
          <a:prstGeom prst="rect">
            <a:avLst/>
          </a:prstGeom>
          <a:solidFill>
            <a:srgbClr val="35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模块二 · 保障系统及资源建模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25696" y="3813048"/>
            <a:ext cx="334670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1" noProof="1" dirty="0" lang="zh-CN" altLang="en-US">
                <a:solidFill>
                  <a:srgbClr val="359AB8"/>
                </a:solidFill>
                <a:latin typeface="微软雅黑"/>
                <a:ea typeface="微软雅黑"/>
              </a:rPr>
              <a:t>4个子模块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53128" y="406908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noProof="1" dirty="0" lang="zh-CN" altLang="en-US">
                <a:solidFill>
                  <a:srgbClr val="359AB8"/>
                </a:solidFill>
                <a:latin typeface="微软雅黑"/>
                <a:ea typeface="微软雅黑"/>
              </a:rPr>
              <a:t>· </a:t>
            </a:r>
            <a:r>
              <a:rPr sz="12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施工单位建模：承修单位信息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53128" y="4398264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noProof="1" dirty="0" lang="zh-CN" altLang="en-US">
                <a:solidFill>
                  <a:srgbClr val="359AB8"/>
                </a:solidFill>
                <a:latin typeface="微软雅黑"/>
                <a:ea typeface="微软雅黑"/>
              </a:rPr>
              <a:t>· </a:t>
            </a:r>
            <a:r>
              <a:rPr sz="12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人力资源建模：岗位/技能/人数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53128" y="4727448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noProof="1" dirty="0" lang="zh-CN" altLang="en-US">
                <a:solidFill>
                  <a:srgbClr val="359AB8"/>
                </a:solidFill>
                <a:latin typeface="微软雅黑"/>
                <a:ea typeface="微软雅黑"/>
              </a:rPr>
              <a:t>· </a:t>
            </a:r>
            <a:r>
              <a:rPr sz="12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物料资源建模：工具/备品备件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53128" y="5056632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noProof="1" dirty="0" lang="zh-CN" altLang="en-US">
                <a:solidFill>
                  <a:srgbClr val="359AB8"/>
                </a:solidFill>
                <a:latin typeface="微软雅黑"/>
                <a:ea typeface="微软雅黑"/>
              </a:rPr>
              <a:t>· </a:t>
            </a:r>
            <a:r>
              <a:rPr sz="12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设施资源建模：场地/码头/坞期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73568" y="3429000"/>
            <a:ext cx="3566160" cy="2377440"/>
          </a:xfrm>
          <a:prstGeom prst="rect">
            <a:avLst/>
          </a:prstGeom>
          <a:solidFill>
            <a:srgbClr val="FAFBFD"/>
          </a:solidFill>
          <a:ln w="12700">
            <a:solidFill>
              <a:srgbClr val="D50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73568" y="3429000"/>
            <a:ext cx="3566160" cy="347472"/>
          </a:xfrm>
          <a:prstGeom prst="rect">
            <a:avLst/>
          </a:prstGeom>
          <a:solidFill>
            <a:srgbClr val="D50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模块三 · 保障任务筹划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83296" y="3813048"/>
            <a:ext cx="334670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200" b="1" noProof="1" dirty="0" lang="zh-CN" altLang="en-US">
                <a:solidFill>
                  <a:srgbClr val="D5031C"/>
                </a:solidFill>
                <a:latin typeface="微软雅黑"/>
                <a:ea typeface="微软雅黑"/>
              </a:rPr>
              <a:t>5个子模块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10728" y="406908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noProof="1" dirty="0" lang="zh-CN" altLang="en-US">
                <a:solidFill>
                  <a:srgbClr val="D5031C"/>
                </a:solidFill>
                <a:latin typeface="微软雅黑"/>
                <a:ea typeface="微软雅黑"/>
              </a:rPr>
              <a:t>· </a:t>
            </a:r>
            <a:r>
              <a:rPr sz="12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全寿期修理结构筹划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10728" y="4398264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noProof="1" dirty="0" lang="zh-CN" altLang="en-US">
                <a:solidFill>
                  <a:srgbClr val="D5031C"/>
                </a:solidFill>
                <a:latin typeface="微软雅黑"/>
                <a:ea typeface="微软雅黑"/>
              </a:rPr>
              <a:t>· </a:t>
            </a:r>
            <a:r>
              <a:rPr sz="12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多任务优先级排序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10728" y="4727448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noProof="1" dirty="0" lang="zh-CN" altLang="en-US">
                <a:solidFill>
                  <a:srgbClr val="D5031C"/>
                </a:solidFill>
                <a:latin typeface="微软雅黑"/>
                <a:ea typeface="微软雅黑"/>
              </a:rPr>
              <a:t>· </a:t>
            </a:r>
            <a:r>
              <a:rPr sz="12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保障预案智能生成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10728" y="5056632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noProof="1" dirty="0" lang="zh-CN" altLang="en-US">
                <a:solidFill>
                  <a:srgbClr val="D5031C"/>
                </a:solidFill>
                <a:latin typeface="微软雅黑"/>
                <a:ea typeface="微软雅黑"/>
              </a:rPr>
              <a:t>· </a:t>
            </a:r>
            <a:r>
              <a:rPr sz="12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生产前资源准备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10728" y="5385816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noProof="1" dirty="0" lang="zh-CN" altLang="en-US">
                <a:solidFill>
                  <a:srgbClr val="D5031C"/>
                </a:solidFill>
                <a:latin typeface="微软雅黑"/>
                <a:ea typeface="微软雅黑"/>
              </a:rPr>
              <a:t>· </a:t>
            </a:r>
            <a:r>
              <a:rPr sz="12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施工总计划制定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5989320"/>
            <a:ext cx="1086307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300" b="1" noProof="1" dirty="0" lang="zh-CN" altLang="en-US">
                <a:solidFill>
                  <a:srgbClr val="D5031C"/>
                </a:solidFill>
                <a:latin typeface="微软雅黑"/>
                <a:ea typeface="微软雅黑"/>
              </a:rPr>
              <a:t>覆盖 12 个子模块（模块一3 + 模块二4 + 模块三5），自主开发核心业务逻辑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63072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1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系统三：保障任务筹划及行为演练 — 行为推演 + 效能评估（自主开发）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863072" cy="14630"/>
          </a:xfrm>
          <a:prstGeom prst="rect">
            <a:avLst/>
          </a:prstGeom>
          <a:solidFill>
            <a:srgbClr val="CAC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024128"/>
            <a:ext cx="548640" cy="27432"/>
          </a:xfrm>
          <a:prstGeom prst="rect">
            <a:avLst/>
          </a:prstGeom>
          <a:solidFill>
            <a:srgbClr val="D50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508760"/>
            <a:ext cx="10863072" cy="365760"/>
          </a:xfrm>
          <a:prstGeom prst="rect">
            <a:avLst/>
          </a:prstGeom>
          <a:solidFill>
            <a:srgbClr val="35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模块四 · 行为推演与虚拟调度（3个子模块）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965960"/>
            <a:ext cx="3511296" cy="1371600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3511296" cy="329184"/>
          </a:xfrm>
          <a:prstGeom prst="rect">
            <a:avLst/>
          </a:prstGeom>
          <a:solidFill>
            <a:srgbClr val="35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任务导调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350008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1200" b="0" noProof="1" dirty="0" lang="zh-CN" altLang="en-US">
                <a:solidFill>
                  <a:srgbClr val="595959"/>
                </a:solidFill>
                <a:latin typeface="微软雅黑"/>
                <a:ea typeface="微软雅黑"/>
              </a:rPr>
              <a:t>仿真任务初始化
推演过程管控
动态场景干预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8536" y="1965960"/>
            <a:ext cx="3511296" cy="1371600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88536" y="1965960"/>
            <a:ext cx="3511296" cy="329184"/>
          </a:xfrm>
          <a:prstGeom prst="rect">
            <a:avLst/>
          </a:prstGeom>
          <a:solidFill>
            <a:srgbClr val="35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维修行为演练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98264" y="2350008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1200" b="0" noProof="1" dirty="0" lang="zh-CN" altLang="en-US">
                <a:solidFill>
                  <a:srgbClr val="595959"/>
                </a:solidFill>
                <a:latin typeface="微软雅黑"/>
                <a:ea typeface="微软雅黑"/>
              </a:rPr>
              <a:t>方案传递
进度实时跟踪
资源缺口模拟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18704" y="1965960"/>
            <a:ext cx="3511296" cy="1371600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18704" y="1965960"/>
            <a:ext cx="3511296" cy="329184"/>
          </a:xfrm>
          <a:prstGeom prst="rect">
            <a:avLst/>
          </a:prstGeom>
          <a:solidFill>
            <a:srgbClr val="35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过程监控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1" y="2350008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1200" b="0" noProof="1" dirty="0" lang="zh-CN" altLang="en-US">
                <a:solidFill>
                  <a:srgbClr val="595959"/>
                </a:solidFill>
                <a:latin typeface="微软雅黑"/>
                <a:ea typeface="微软雅黑"/>
              </a:rPr>
              <a:t>三维沉浸式呈现
GIS宏观调度
全状态可查可预警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108960"/>
            <a:ext cx="1086307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400" b="1" noProof="1" dirty="0" lang="zh-CN" altLang="en-US">
                <a:solidFill>
                  <a:srgbClr val="2350A2"/>
                </a:solidFill>
                <a:latin typeface="微软雅黑"/>
                <a:ea typeface="微软雅黑"/>
              </a:rPr>
              <a:t>推演执行 → 数据采集 → 多维评估 → 预案迭代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493008"/>
            <a:ext cx="2560320" cy="475488"/>
          </a:xfrm>
          <a:prstGeom prst="rect">
            <a:avLst/>
          </a:prstGeom>
          <a:solidFill>
            <a:srgbClr val="35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推演执行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200399" y="3584448"/>
            <a:ext cx="201168" cy="292608"/>
          </a:xfrm>
          <a:prstGeom prst="rightArrow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01568" y="3493008"/>
            <a:ext cx="2560320" cy="475488"/>
          </a:xfrm>
          <a:prstGeom prst="rect">
            <a:avLst/>
          </a:prstGeom>
          <a:solidFill>
            <a:srgbClr val="2350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过程数据采集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943600" y="3584448"/>
            <a:ext cx="201168" cy="292608"/>
          </a:xfrm>
          <a:prstGeom prst="rightArrow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3493008"/>
            <a:ext cx="2560320" cy="475488"/>
          </a:xfrm>
          <a:prstGeom prst="rect">
            <a:avLst/>
          </a:prstGeom>
          <a:solidFill>
            <a:srgbClr val="D50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多维效能评估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686800" y="3584448"/>
            <a:ext cx="201168" cy="292608"/>
          </a:xfrm>
          <a:prstGeom prst="rightArrow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87968" y="3493008"/>
            <a:ext cx="2560320" cy="475488"/>
          </a:xfrm>
          <a:prstGeom prst="rect">
            <a:avLst/>
          </a:prstGeom>
          <a:solidFill>
            <a:srgbClr val="3DC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预案迭代优化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251960"/>
            <a:ext cx="10863072" cy="365760"/>
          </a:xfrm>
          <a:prstGeom prst="rect">
            <a:avLst/>
          </a:prstGeom>
          <a:solidFill>
            <a:srgbClr val="2350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模块五 · 实际工程对比评估（5个子模块）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4709160"/>
            <a:ext cx="2121408" cy="1005840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4709160"/>
            <a:ext cx="2121408" cy="292608"/>
          </a:xfrm>
          <a:prstGeom prst="rect">
            <a:avLst/>
          </a:prstGeom>
          <a:solidFill>
            <a:srgbClr val="2350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复盘展示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19" y="5038344"/>
            <a:ext cx="1975103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noProof="1" dirty="0" lang="zh-CN" altLang="en-US">
                <a:solidFill>
                  <a:srgbClr val="595959"/>
                </a:solidFill>
                <a:latin typeface="微软雅黑"/>
                <a:ea typeface="微软雅黑"/>
              </a:rPr>
              <a:t>GIS态势
时间轴复盘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25496" y="4709160"/>
            <a:ext cx="2121408" cy="1005840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825496" y="4709160"/>
            <a:ext cx="2121408" cy="292608"/>
          </a:xfrm>
          <a:prstGeom prst="rect">
            <a:avLst/>
          </a:prstGeom>
          <a:solidFill>
            <a:srgbClr val="2350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效能评估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98648" y="5038344"/>
            <a:ext cx="1975103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noProof="1" dirty="0" lang="zh-CN" altLang="en-US">
                <a:solidFill>
                  <a:srgbClr val="595959"/>
                </a:solidFill>
                <a:latin typeface="微软雅黑"/>
                <a:ea typeface="微软雅黑"/>
              </a:rPr>
              <a:t>层次分析法
模糊综合评价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92623" y="4709160"/>
            <a:ext cx="2121408" cy="1005840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992623" y="4709160"/>
            <a:ext cx="2121408" cy="292608"/>
          </a:xfrm>
          <a:prstGeom prst="rect">
            <a:avLst/>
          </a:prstGeom>
          <a:solidFill>
            <a:srgbClr val="2350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敏感指标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65775" y="5038344"/>
            <a:ext cx="1975103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noProof="1" dirty="0" lang="zh-CN" altLang="en-US">
                <a:solidFill>
                  <a:srgbClr val="595959"/>
                </a:solidFill>
                <a:latin typeface="微软雅黑"/>
                <a:ea typeface="微软雅黑"/>
              </a:rPr>
              <a:t>识别关键指标
模拟波动场景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59751" y="4709160"/>
            <a:ext cx="2121408" cy="1005840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159751" y="4709160"/>
            <a:ext cx="2121408" cy="292608"/>
          </a:xfrm>
          <a:prstGeom prst="rect">
            <a:avLst/>
          </a:prstGeom>
          <a:solidFill>
            <a:srgbClr val="2350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预案对比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32903" y="5038344"/>
            <a:ext cx="1975103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noProof="1" dirty="0" lang="zh-CN" altLang="en-US">
                <a:solidFill>
                  <a:srgbClr val="595959"/>
                </a:solidFill>
                <a:latin typeface="微软雅黑"/>
                <a:ea typeface="微软雅黑"/>
              </a:rPr>
              <a:t>演练vs实际
偏差分析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26880" y="4709160"/>
            <a:ext cx="2121408" cy="1005840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326880" y="4709160"/>
            <a:ext cx="2121408" cy="292608"/>
          </a:xfrm>
          <a:prstGeom prst="rect">
            <a:avLst/>
          </a:prstGeom>
          <a:solidFill>
            <a:srgbClr val="2350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3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归档发布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00032" y="5038344"/>
            <a:ext cx="1975103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noProof="1" dirty="0" lang="zh-CN" altLang="en-US">
                <a:solidFill>
                  <a:srgbClr val="595959"/>
                </a:solidFill>
                <a:latin typeface="微软雅黑"/>
                <a:ea typeface="微软雅黑"/>
              </a:rPr>
              <a:t>预案全流程
管理复用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897880"/>
            <a:ext cx="10863072" cy="457200"/>
          </a:xfrm>
          <a:prstGeom prst="rect">
            <a:avLst/>
          </a:prstGeom>
          <a:solidFill>
            <a:srgbClr val="ECF0F8"/>
          </a:solidFill>
          <a:ln w="12700">
            <a:solidFill>
              <a:srgbClr val="D50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" y="5934456"/>
            <a:ext cx="105156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noProof="1" dirty="0" lang="zh-CN" altLang="en-US">
                <a:solidFill>
                  <a:srgbClr val="D5031C"/>
                </a:solidFill>
                <a:latin typeface="微软雅黑"/>
                <a:ea typeface="微软雅黑"/>
              </a:rPr>
              <a:t>系统三 20 个子模块全覆盖，自主开发，核心业务逻辑自主可控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63072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1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三系统业务关系：大脑 · 双手 · 战场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863072" cy="14630"/>
          </a:xfrm>
          <a:prstGeom prst="rect">
            <a:avLst/>
          </a:prstGeom>
          <a:solidFill>
            <a:srgbClr val="CAC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024128"/>
            <a:ext cx="548640" cy="27432"/>
          </a:xfrm>
          <a:prstGeom prst="rect">
            <a:avLst/>
          </a:prstGeom>
          <a:solidFill>
            <a:srgbClr val="D50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0" y="1554480"/>
            <a:ext cx="4846320" cy="457200"/>
          </a:xfrm>
          <a:prstGeom prst="rect">
            <a:avLst/>
          </a:prstGeom>
          <a:solidFill>
            <a:srgbClr val="2350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6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一次舰船修理任务</a:t>
            </a:r>
          </a:p>
        </p:txBody>
      </p:sp>
      <p:sp>
        <p:nvSpPr>
          <p:cNvPr id="6" name="Rectangle 5"/>
          <p:cNvSpPr/>
          <p:nvPr/>
        </p:nvSpPr>
        <p:spPr>
          <a:xfrm>
            <a:off x="1554480" y="2194560"/>
            <a:ext cx="36576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D50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54480" y="2194560"/>
            <a:ext cx="3657600" cy="365760"/>
          </a:xfrm>
          <a:prstGeom prst="rect">
            <a:avLst/>
          </a:prstGeom>
          <a:solidFill>
            <a:srgbClr val="D50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系统三 · 计划怎么修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39" y="2651760"/>
            <a:ext cx="338328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0000"/>
              </a:lnSpc>
            </a:pPr>
            <a:r>
              <a:rPr sz="13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定任务、配资源、排进度
下发维修方案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7840" y="2194560"/>
            <a:ext cx="36576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359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77840" y="2194560"/>
            <a:ext cx="3657600" cy="365760"/>
          </a:xfrm>
          <a:prstGeom prst="rect">
            <a:avLst/>
          </a:prstGeom>
          <a:solidFill>
            <a:srgbClr val="35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系统二 · 教人怎么修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2651760"/>
            <a:ext cx="338328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0000"/>
              </a:lnSpc>
            </a:pPr>
            <a:r>
              <a:rPr sz="13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虚拟拆装练习、课件培训
调用训练场景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4114800"/>
            <a:ext cx="365760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350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66160" y="4114800"/>
            <a:ext cx="3657600" cy="365760"/>
          </a:xfrm>
          <a:prstGeom prst="rect">
            <a:avLst/>
          </a:prstGeom>
          <a:solidFill>
            <a:srgbClr val="2350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系统一 · 练打仗怎么用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4572000"/>
            <a:ext cx="338328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0000"/>
              </a:lnSpc>
            </a:pPr>
            <a:r>
              <a:rPr sz="13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装备操作训练、作战推演
复用场景和模型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212080" y="2926080"/>
            <a:ext cx="365760" cy="274320"/>
          </a:xfrm>
          <a:prstGeom prst="rightArrow">
            <a:avLst/>
          </a:prstGeom>
          <a:solidFill>
            <a:srgbClr val="D50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2697480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1" noProof="1" dirty="0" lang="zh-CN" altLang="en-US">
                <a:solidFill>
                  <a:srgbClr val="D5031C"/>
                </a:solidFill>
                <a:latin typeface="微软雅黑"/>
                <a:ea typeface="微软雅黑"/>
              </a:rPr>
              <a:t>方案
下发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394960" y="3858768"/>
            <a:ext cx="274320" cy="219456"/>
          </a:xfrm>
          <a:prstGeom prst="downArrow">
            <a:avLst/>
          </a:prstGeom>
          <a:solidFill>
            <a:srgbClr val="35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0" y="3767328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1" noProof="1" dirty="0" lang="zh-CN" altLang="en-US">
                <a:solidFill>
                  <a:srgbClr val="359AB8"/>
                </a:solidFill>
                <a:latin typeface="微软雅黑"/>
                <a:ea typeface="微软雅黑"/>
              </a:rPr>
              <a:t>场景复用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5989320"/>
            <a:ext cx="10863072" cy="457200"/>
          </a:xfrm>
          <a:prstGeom prst="rect">
            <a:avLst/>
          </a:prstGeom>
          <a:solidFill>
            <a:srgbClr val="ECF0F8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6025896"/>
            <a:ext cx="105156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noProof="1" dirty="0" lang="zh-CN" altLang="en-US">
                <a:solidFill>
                  <a:srgbClr val="2350A2"/>
                </a:solidFill>
                <a:latin typeface="微软雅黑"/>
                <a:ea typeface="微软雅黑"/>
              </a:rPr>
              <a:t>系统三是"大脑"（筹划指挥），系统二是"双手"（培训实操），系统一是"战场"（作战运用）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63072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1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数据贯通方案：四条数据流，系统间自动对接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863072" cy="14630"/>
          </a:xfrm>
          <a:prstGeom prst="rect">
            <a:avLst/>
          </a:prstGeom>
          <a:solidFill>
            <a:srgbClr val="CAC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024128"/>
            <a:ext cx="548640" cy="27432"/>
          </a:xfrm>
          <a:prstGeom prst="rect">
            <a:avLst/>
          </a:prstGeom>
          <a:solidFill>
            <a:srgbClr val="D50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00200"/>
            <a:ext cx="2743200" cy="822960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系统一 → 系统二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474720" y="1737360"/>
            <a:ext cx="731520" cy="457200"/>
          </a:xfrm>
          <a:prstGeom prst="rightArrow">
            <a:avLst/>
          </a:prstGeom>
          <a:solidFill>
            <a:srgbClr val="2350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3400" y="1600200"/>
            <a:ext cx="7178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59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673352"/>
            <a:ext cx="681228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训练场景和模型复用到维修培训，不用重新做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560320"/>
            <a:ext cx="2743200" cy="822960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系统三 → 系统二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474720" y="2697479"/>
            <a:ext cx="731520" cy="457200"/>
          </a:xfrm>
          <a:prstGeom prst="rightArrow">
            <a:avLst/>
          </a:prstGeom>
          <a:solidFill>
            <a:srgbClr val="D50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2560320"/>
            <a:ext cx="7178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359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633472"/>
            <a:ext cx="681228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修理方案和资源计划直接下发到培训课件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520440"/>
            <a:ext cx="2743200" cy="822960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系统二 → 系统三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474720" y="3657600"/>
            <a:ext cx="731520" cy="457200"/>
          </a:xfrm>
          <a:prstGeom prst="rightArrow">
            <a:avLst/>
          </a:prstGeom>
          <a:solidFill>
            <a:srgbClr val="35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3520440"/>
            <a:ext cx="7178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0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593592"/>
            <a:ext cx="681228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培训过程数据回流，反哺筹划方案优化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480560"/>
            <a:ext cx="2743200" cy="822960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系统三 → 系统一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474720" y="4617720"/>
            <a:ext cx="731520" cy="457200"/>
          </a:xfrm>
          <a:prstGeom prst="rightArrow">
            <a:avLst/>
          </a:prstGeom>
          <a:solidFill>
            <a:srgbClr val="D50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4480560"/>
            <a:ext cx="7178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350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4553712"/>
            <a:ext cx="681228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保障任务经验反馈到作战训练，训练更贴近实战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577840"/>
            <a:ext cx="10863072" cy="731520"/>
          </a:xfrm>
          <a:prstGeom prst="rect">
            <a:avLst/>
          </a:prstGeom>
          <a:solidFill>
            <a:srgbClr val="ECF0F8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565099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sz="1400" b="1" noProof="1" dirty="0" lang="zh-CN" altLang="en-US">
                <a:solidFill>
                  <a:srgbClr val="2350A2"/>
                </a:solidFill>
                <a:latin typeface="微软雅黑"/>
                <a:ea typeface="微软雅黑"/>
              </a:rPr>
              <a:t>怎么贯通？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1. 打通装备全寿命周期保障数据：设计、建造、维修、报废全贯通</a:t>
            </a:r>
          </a:p>
          <a:p>
            <a:pPr algn="l">
              <a:lnSpc>
                <a:spcPct val="130000"/>
              </a:lnSpc>
            </a:pPr>
            <a:r>
              <a:rPr sz="13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2. 统一数据通道：系统间自动对接，不需要人工搬运数据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63072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1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实施计划：四阶段推进，里程碑管控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863072" cy="14630"/>
          </a:xfrm>
          <a:prstGeom prst="rect">
            <a:avLst/>
          </a:prstGeom>
          <a:solidFill>
            <a:srgbClr val="CAC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024128"/>
            <a:ext cx="548640" cy="27432"/>
          </a:xfrm>
          <a:prstGeom prst="rect">
            <a:avLst/>
          </a:prstGeom>
          <a:solidFill>
            <a:srgbClr val="D50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2103120"/>
            <a:ext cx="237744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350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2103120"/>
            <a:ext cx="2377440" cy="347472"/>
          </a:xfrm>
          <a:prstGeom prst="rect">
            <a:avLst/>
          </a:prstGeom>
          <a:solidFill>
            <a:srgbClr val="CAC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1" noProof="1" dirty="0" lang="zh-CN" altLang="en-US">
                <a:solidFill>
                  <a:srgbClr val="595959"/>
                </a:solidFill>
                <a:latin typeface="微软雅黑"/>
                <a:ea typeface="微软雅黑"/>
              </a:rPr>
              <a:t>阶段一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450591"/>
            <a:ext cx="2377440" cy="384048"/>
          </a:xfrm>
          <a:prstGeom prst="rect">
            <a:avLst/>
          </a:prstGeom>
          <a:solidFill>
            <a:srgbClr val="2350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6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招标采购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907791"/>
            <a:ext cx="215798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13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完成两家平台采购
签订合同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017520" y="2743200"/>
            <a:ext cx="201168" cy="274320"/>
          </a:xfrm>
          <a:prstGeom prst="rightArrow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01568" y="2103120"/>
            <a:ext cx="237744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359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2103120"/>
            <a:ext cx="2377440" cy="347472"/>
          </a:xfrm>
          <a:prstGeom prst="rect">
            <a:avLst/>
          </a:prstGeom>
          <a:solidFill>
            <a:srgbClr val="CAC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1" noProof="1" dirty="0" lang="zh-CN" altLang="en-US">
                <a:solidFill>
                  <a:srgbClr val="595959"/>
                </a:solidFill>
                <a:latin typeface="微软雅黑"/>
                <a:ea typeface="微软雅黑"/>
              </a:rPr>
              <a:t>阶段二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01568" y="2450591"/>
            <a:ext cx="2377440" cy="384048"/>
          </a:xfrm>
          <a:prstGeom prst="rect">
            <a:avLst/>
          </a:prstGeom>
          <a:solidFill>
            <a:srgbClr val="35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6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集成开发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1296" y="2907791"/>
            <a:ext cx="215798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13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系统三自主开发
三系统集成对接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760720" y="2743200"/>
            <a:ext cx="201168" cy="274320"/>
          </a:xfrm>
          <a:prstGeom prst="rightArrow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2103120"/>
            <a:ext cx="237744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F090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44768" y="2103120"/>
            <a:ext cx="2377440" cy="347472"/>
          </a:xfrm>
          <a:prstGeom prst="rect">
            <a:avLst/>
          </a:prstGeom>
          <a:solidFill>
            <a:srgbClr val="CAC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1" noProof="1" dirty="0" lang="zh-CN" altLang="en-US">
                <a:solidFill>
                  <a:srgbClr val="595959"/>
                </a:solidFill>
                <a:latin typeface="微软雅黑"/>
                <a:ea typeface="微软雅黑"/>
              </a:rPr>
              <a:t>阶段三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44768" y="2450591"/>
            <a:ext cx="2377440" cy="384048"/>
          </a:xfrm>
          <a:prstGeom prst="rect">
            <a:avLst/>
          </a:prstGeom>
          <a:solidFill>
            <a:srgbClr val="F09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6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联调测试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4496" y="2907791"/>
            <a:ext cx="215798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13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全系统联调
参与验收测试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503920" y="2743200"/>
            <a:ext cx="201168" cy="274320"/>
          </a:xfrm>
          <a:prstGeom prst="rightArrow">
            <a:avLst/>
          </a:prstGeom>
          <a:solidFill>
            <a:srgbClr val="8989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87968" y="2103120"/>
            <a:ext cx="237744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3DC9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87968" y="2103120"/>
            <a:ext cx="2377440" cy="347472"/>
          </a:xfrm>
          <a:prstGeom prst="rect">
            <a:avLst/>
          </a:prstGeom>
          <a:solidFill>
            <a:srgbClr val="CAC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200" b="1" noProof="1" dirty="0" lang="zh-CN" altLang="en-US">
                <a:solidFill>
                  <a:srgbClr val="595959"/>
                </a:solidFill>
                <a:latin typeface="微软雅黑"/>
                <a:ea typeface="微软雅黑"/>
              </a:rPr>
              <a:t>阶段四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87968" y="2450591"/>
            <a:ext cx="2377440" cy="384048"/>
          </a:xfrm>
          <a:prstGeom prst="rect">
            <a:avLst/>
          </a:prstGeom>
          <a:solidFill>
            <a:srgbClr val="3DC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6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交付部署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2907791"/>
            <a:ext cx="2157984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sz="13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上线交付
培训移交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4114800"/>
            <a:ext cx="10863072" cy="1371600"/>
          </a:xfrm>
          <a:prstGeom prst="rect">
            <a:avLst/>
          </a:prstGeom>
          <a:solidFill>
            <a:srgbClr val="FAFBFD"/>
          </a:solidFill>
          <a:ln w="9525">
            <a:solidFill>
              <a:srgbClr val="DD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4224528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sz="1400" b="1" noProof="1" dirty="0" lang="zh-CN" altLang="en-US">
                <a:solidFill>
                  <a:srgbClr val="2350A2"/>
                </a:solidFill>
                <a:latin typeface="微软雅黑"/>
                <a:ea typeface="微软雅黑"/>
              </a:rPr>
              <a:t>关键里程碑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3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· 招标完成后1个月内签订平台采购合同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3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· 集成开发阶段同步推进三系统对接，不等不靠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3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· 联调测试阶段邀请全程参与验收，确保需求覆盖</a:t>
            </a:r>
          </a:p>
          <a:p>
            <a:pPr algn="l">
              <a:lnSpc>
                <a:spcPct val="140000"/>
              </a:lnSpc>
            </a:pPr>
            <a:r>
              <a:rPr sz="13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· 交付部署包含培训移交和运维交接，确保可用好用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760720"/>
            <a:ext cx="1086307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b="0" noProof="1" dirty="0" lang="zh-CN" altLang="en-US">
                <a:solidFill>
                  <a:srgbClr val="898989"/>
                </a:solidFill>
                <a:latin typeface="微软雅黑"/>
                <a:ea typeface="微软雅黑"/>
              </a:rPr>
              <a:t>注：工期以实际合同节点为准，以上为行业惯例推算的参考周期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10863072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1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总结：集成开发落地功能，自主开发掌握核心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24128"/>
            <a:ext cx="10863072" cy="14630"/>
          </a:xfrm>
          <a:prstGeom prst="rect">
            <a:avLst/>
          </a:prstGeom>
          <a:solidFill>
            <a:srgbClr val="CAC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024128"/>
            <a:ext cx="548640" cy="27432"/>
          </a:xfrm>
          <a:prstGeom prst="rect">
            <a:avLst/>
          </a:prstGeom>
          <a:solidFill>
            <a:srgbClr val="D50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00200"/>
            <a:ext cx="10863072" cy="914400"/>
          </a:xfrm>
          <a:prstGeom prst="rect">
            <a:avLst/>
          </a:prstGeom>
          <a:solidFill>
            <a:srgbClr val="ECF0F8"/>
          </a:solidFill>
          <a:ln w="19050">
            <a:solidFill>
              <a:srgbClr val="2350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noProof="1" dirty="0" lang="zh-CN" altLang="en-US">
                <a:solidFill>
                  <a:srgbClr val="2350A2"/>
                </a:solidFill>
                <a:latin typeface="微软雅黑"/>
                <a:ea typeface="微软雅黑"/>
              </a:rPr>
              <a:t>基于两个成熟平台做集成开发落地训练培训功能，自主开发掌握核心业务逻辑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600" b="1" noProof="1" dirty="0" lang="zh-CN" altLang="en-US">
                <a:solidFill>
                  <a:srgbClr val="D5031C"/>
                </a:solidFill>
                <a:latin typeface="微软雅黑"/>
                <a:ea typeface="微软雅黑"/>
              </a:rPr>
              <a:t>三系统数据贯通，58个子模块全覆盖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834640"/>
            <a:ext cx="10863072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noProof="1" dirty="0" lang="zh-CN" altLang="en-US">
                <a:solidFill>
                  <a:srgbClr val="2350A2"/>
                </a:solidFill>
                <a:latin typeface="微软雅黑"/>
                <a:ea typeface="微软雅黑"/>
              </a:rPr>
              <a:t>保障措施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218688"/>
            <a:ext cx="10863072" cy="14630"/>
          </a:xfrm>
          <a:prstGeom prst="rect">
            <a:avLst/>
          </a:prstGeom>
          <a:solidFill>
            <a:srgbClr val="CAC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3383280"/>
            <a:ext cx="356616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350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383280"/>
            <a:ext cx="3566160" cy="384048"/>
          </a:xfrm>
          <a:prstGeom prst="rect">
            <a:avLst/>
          </a:prstGeom>
          <a:solidFill>
            <a:srgbClr val="2350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5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质量保障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886200"/>
            <a:ext cx="3291840" cy="1051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0000"/>
              </a:lnSpc>
            </a:pPr>
            <a:r>
              <a:rPr sz="13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标准化开发流程
分阶段验收
每个子模块可追溯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5968" y="3383280"/>
            <a:ext cx="356616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359A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3383280"/>
            <a:ext cx="3566160" cy="384048"/>
          </a:xfrm>
          <a:prstGeom prst="rect">
            <a:avLst/>
          </a:prstGeom>
          <a:solidFill>
            <a:srgbClr val="359A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5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进度保障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3886200"/>
            <a:ext cx="3291840" cy="1051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0000"/>
              </a:lnSpc>
            </a:pPr>
            <a:r>
              <a:rPr sz="13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里程碑节点管控
周报月报机制
风险提前预警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73568" y="3383280"/>
            <a:ext cx="356616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D503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73568" y="3383280"/>
            <a:ext cx="3566160" cy="384048"/>
          </a:xfrm>
          <a:prstGeom prst="rect">
            <a:avLst/>
          </a:prstGeom>
          <a:solidFill>
            <a:srgbClr val="D50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500" b="1" noProof="1" dirty="0" lang="zh-CN" altLang="en-US">
                <a:solidFill>
                  <a:srgbClr val="FFFFFF"/>
                </a:solidFill>
                <a:latin typeface="微软雅黑"/>
                <a:ea typeface="微软雅黑"/>
              </a:rPr>
              <a:t>风险管控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0728" y="3886200"/>
            <a:ext cx="3291840" cy="1051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0000"/>
              </a:lnSpc>
            </a:pPr>
            <a:r>
              <a:rPr sz="1300" b="0" noProof="1" dirty="0" lang="zh-CN" altLang="en-US">
                <a:solidFill>
                  <a:srgbClr val="262626"/>
                </a:solidFill>
                <a:latin typeface="微软雅黑"/>
                <a:ea typeface="微软雅黑"/>
              </a:rPr>
              <a:t>平台采购合同锁定
自研团队专职投入
全程参与验收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669280"/>
            <a:ext cx="10863072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noProof="1" dirty="0" lang="zh-CN" altLang="en-US">
                <a:solidFill>
                  <a:srgbClr val="536EAE"/>
                </a:solidFill>
                <a:latin typeface="微软雅黑"/>
                <a:ea typeface="微软雅黑"/>
              </a:rPr>
              <a:t>感谢聆听，请批评指正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神州数码集团PPT模板2024-深">
      <a:dk1>
        <a:srgbClr val="000000"/>
      </a:dk1>
      <a:lt1>
        <a:srgbClr val="FFFFFF"/>
      </a:lt1>
      <a:dk2>
        <a:srgbClr val="898989"/>
      </a:dk2>
      <a:lt2>
        <a:srgbClr val="D9D9D9"/>
      </a:lt2>
      <a:accent1>
        <a:srgbClr val="3450A0"/>
      </a:accent1>
      <a:accent2>
        <a:srgbClr val="D7001D"/>
      </a:accent2>
      <a:accent3>
        <a:srgbClr val="682D52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pFill/>
        <a:ln w="6350" cap="flat">
          <a:gradFill>
            <a:gsLst>
              <a:gs pos="0">
                <a:srgbClr val="536EAE"/>
              </a:gs>
              <a:gs pos="100000">
                <a:srgbClr val="C90C29"/>
              </a:gs>
            </a:gsLst>
            <a:lin ang="5400000" scaled="1"/>
          </a:gradFill>
          <a:prstDash val="solid"/>
          <a:miter/>
        </a:ln>
      </a:spPr>
      <a:bodyPr vert="eaVert" wrap="none" lIns="0" tIns="0" rIns="0" bIns="0" rtlCol="0" anchor="ctr"/>
      <a:lstStyle>
        <a:defPPr algn="ctr" defTabSz="1203960" hangingPunct="0">
          <a:defRPr sz="1000" dirty="0">
            <a:solidFill>
              <a:schemeClr val="tx1">
                <a:lumMod val="75000"/>
                <a:lumOff val="25000"/>
              </a:schemeClr>
            </a:solidFill>
            <a:latin typeface="思源黑体 CN Light" panose="020B0500000000000000" pitchFamily="34" charset="-122"/>
            <a:ea typeface="思源黑体 CN Light" panose="020B0500000000000000" pitchFamily="34" charset="-122"/>
            <a:sym typeface="+mn-ea"/>
            <a:rtl val="0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624</Words>
  <Application>WPS 演示</Application>
  <PresentationFormat>宽屏</PresentationFormat>
  <Paragraphs>120</Paragraphs>
  <Slides>9</Slides>
  <Notes>4</Notes>
  <HiddenSlides>1</HiddenSlides>
  <MMClips>0</MMClips>
  <ScaleCrop>false</ScaleCrop>
  <HeadingPairs>
    <vt:vector size="6" baseType="variant">
      <vt:variant>
        <vt:lpstr>已用的字体</vt:lpstr>
      </vt:variant>
      <vt:variant>
        <vt:i4>76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86" baseType="lpstr">
      <vt:lpstr>Arial</vt:lpstr>
      <vt:lpstr>宋体</vt:lpstr>
      <vt:lpstr>Wingdings</vt:lpstr>
      <vt:lpstr>思源黑体 CN Light</vt:lpstr>
      <vt:lpstr>黑体</vt:lpstr>
      <vt:lpstr>思源黑体 CN Bold</vt:lpstr>
      <vt:lpstr>Source Han Sans CN Bold</vt:lpstr>
      <vt:lpstr>思源黑体 CN Medium</vt:lpstr>
      <vt:lpstr>思源黑体 CN Regular</vt:lpstr>
      <vt:lpstr>Montserrat Medium</vt:lpstr>
      <vt:lpstr>Source Han Sans CN Light</vt:lpstr>
      <vt:lpstr>Source Han Sans CN Medium</vt:lpstr>
      <vt:lpstr>Yu Gothic UI</vt:lpstr>
      <vt:lpstr>Montserrat SemiBold</vt:lpstr>
      <vt:lpstr>思源黑体 CN Normal</vt:lpstr>
      <vt:lpstr>思源黑体 CN Medium</vt:lpstr>
      <vt:lpstr>思源黑体 CN Normal</vt:lpstr>
      <vt:lpstr>Source Han Sans CN Normal</vt:lpstr>
      <vt:lpstr>阿里巴巴普惠体 B</vt:lpstr>
      <vt:lpstr>思源黑体 Light</vt:lpstr>
      <vt:lpstr>微软雅黑</vt:lpstr>
      <vt:lpstr>Times New Roman</vt:lpstr>
      <vt:lpstr>等线</vt:lpstr>
      <vt:lpstr>Alibaba PuHuiTi</vt:lpstr>
      <vt:lpstr>思源黑体 CN Medium</vt:lpstr>
      <vt:lpstr>阿里巴巴普惠体 3.0 65 Medium</vt:lpstr>
      <vt:lpstr>阿里巴巴普惠体 3 65 Medium</vt:lpstr>
      <vt:lpstr>Noto Sans SC</vt:lpstr>
      <vt:lpstr>Wingdings</vt:lpstr>
      <vt:lpstr>Arial</vt:lpstr>
      <vt:lpstr>KSOF618801C0</vt:lpstr>
      <vt:lpstr>Segoe Print</vt:lpstr>
      <vt:lpstr>KSOF954951BB</vt:lpstr>
      <vt:lpstr>Arial Unicode MS</vt:lpstr>
      <vt:lpstr>KSOFDDF4E7ED</vt:lpstr>
      <vt:lpstr>Arial Black</vt:lpstr>
      <vt:lpstr>MiSans</vt:lpstr>
      <vt:lpstr>OPPOSans M</vt:lpstr>
      <vt:lpstr>MiSans Normal</vt:lpstr>
      <vt:lpstr>思源宋体 CN</vt:lpstr>
      <vt:lpstr>思源黑体</vt:lpstr>
      <vt:lpstr>Calibri</vt:lpstr>
      <vt:lpstr>OPPOSans M</vt:lpstr>
      <vt:lpstr>Helvetica Neue</vt:lpstr>
      <vt:lpstr>字魂59号-创粗黑</vt:lpstr>
      <vt:lpstr>Helvetica</vt:lpstr>
      <vt:lpstr>Times New Roman</vt:lpstr>
      <vt:lpstr>Alibaba PuHuiTi</vt:lpstr>
      <vt:lpstr>Arial Black</vt:lpstr>
      <vt:lpstr>Calibri</vt:lpstr>
      <vt:lpstr>Helvetica</vt:lpstr>
      <vt:lpstr>MiSans Normal</vt:lpstr>
      <vt:lpstr>OPPOSans M</vt:lpstr>
      <vt:lpstr>Source Han Sans CN Light</vt:lpstr>
      <vt:lpstr>Source Han Sans CN Medium</vt:lpstr>
      <vt:lpstr>Source Han Sans CN Normal</vt:lpstr>
      <vt:lpstr>字魂59号-创粗黑</vt:lpstr>
      <vt:lpstr>思源宋体 CN</vt:lpstr>
      <vt:lpstr>思源黑体</vt:lpstr>
      <vt:lpstr>思源黑体 CN Light</vt:lpstr>
      <vt:lpstr>思源黑体 CN Medium</vt:lpstr>
      <vt:lpstr>思源黑体 CN Normal</vt:lpstr>
      <vt:lpstr>思源黑体 CN Regular</vt:lpstr>
      <vt:lpstr>思源黑体 Light</vt:lpstr>
      <vt:lpstr>阿里巴巴普惠体 3 65 Medium</vt:lpstr>
      <vt:lpstr>阿里巴巴普惠体 3.0 65 Medium</vt:lpstr>
      <vt:lpstr>阿里巴巴普惠体 B</vt:lpstr>
      <vt:lpstr>方正宝黑体 简 Light</vt:lpstr>
      <vt:lpstr>方正宝黑体 简 Medium</vt:lpstr>
      <vt:lpstr>兰米黑体</vt:lpstr>
      <vt:lpstr>Mona Medium</vt:lpstr>
      <vt:lpstr>Saturday Sans Regular</vt:lpstr>
      <vt:lpstr>Bald SemiBold</vt:lpstr>
      <vt:lpstr>阿里巴巴和七个小矮人</vt:lpstr>
      <vt:lpstr>KSOF28C8607A</vt:lpstr>
      <vt:lpstr>KSOF4CFA6896</vt:lpstr>
      <vt:lpstr>Office 主题​​</vt:lpstr>
      <vt:lpstr>PowerPoint 演示文稿</vt:lpstr>
      <vt:lpstr>PowerPoint 演示文稿</vt:lpstr>
      <vt:lpstr>神州数码集团简介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fguangliang</cp:lastModifiedBy>
  <cp:revision>288</cp:revision>
  <dcterms:created xsi:type="dcterms:W3CDTF">2026-06-15T15:07:00Z</dcterms:created>
  <dcterms:modified xsi:type="dcterms:W3CDTF">2026-09-08T01:30:57Z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19F9874185334021AE0C5651CFB3CB9D_13</vt:lpwstr>
  </property>
  <property fmtid="{D5CDD505-2E9C-101B-9397-08002B2CF9AE}" pid="3" name="KSOProductBuildVer">
    <vt:lpwstr>2052-12.1.0.28505</vt:lpwstr>
  </property>
</Properties>
</file>